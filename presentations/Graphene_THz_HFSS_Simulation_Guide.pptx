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220 μm</c:v>
                </c:pt>
              </c:strCache>
            </c:strRef>
          </c:tx>
          <c:spPr>
            <a:ln w="20955">
              <a:solidFill>
                <a:srgbClr val="204D78"/>
              </a:solidFill>
            </a:ln>
          </c:spPr>
          <c:marker>
            <c:symbol val="none"/>
          </c:marker>
          <c:xVal>
            <c:numRef>
              <c:f>Sheet1!$A$2:$A$242</c:f>
              <c:numCache>
                <c:formatCode>General</c:formatCode>
                <c:ptCount val="241"/>
                <c:pt idx="0">
                  <c:v>100.0</c:v>
                </c:pt>
                <c:pt idx="1">
                  <c:v>100.5</c:v>
                </c:pt>
                <c:pt idx="2">
                  <c:v>101.0</c:v>
                </c:pt>
                <c:pt idx="3">
                  <c:v>101.5</c:v>
                </c:pt>
                <c:pt idx="4">
                  <c:v>102.0</c:v>
                </c:pt>
                <c:pt idx="5">
                  <c:v>102.5</c:v>
                </c:pt>
                <c:pt idx="6">
                  <c:v>103.0</c:v>
                </c:pt>
                <c:pt idx="7">
                  <c:v>103.5</c:v>
                </c:pt>
                <c:pt idx="8">
                  <c:v>104.0</c:v>
                </c:pt>
                <c:pt idx="9">
                  <c:v>104.5</c:v>
                </c:pt>
                <c:pt idx="10">
                  <c:v>105.0</c:v>
                </c:pt>
                <c:pt idx="11">
                  <c:v>105.5</c:v>
                </c:pt>
                <c:pt idx="12">
                  <c:v>106.0</c:v>
                </c:pt>
                <c:pt idx="13">
                  <c:v>106.5</c:v>
                </c:pt>
                <c:pt idx="14">
                  <c:v>107.0</c:v>
                </c:pt>
                <c:pt idx="15">
                  <c:v>107.5</c:v>
                </c:pt>
                <c:pt idx="16">
                  <c:v>108.0</c:v>
                </c:pt>
                <c:pt idx="17">
                  <c:v>108.5</c:v>
                </c:pt>
                <c:pt idx="18">
                  <c:v>109.0</c:v>
                </c:pt>
                <c:pt idx="19">
                  <c:v>109.5</c:v>
                </c:pt>
                <c:pt idx="20">
                  <c:v>110.0</c:v>
                </c:pt>
                <c:pt idx="21">
                  <c:v>110.5</c:v>
                </c:pt>
                <c:pt idx="22">
                  <c:v>111.0</c:v>
                </c:pt>
                <c:pt idx="23">
                  <c:v>111.5</c:v>
                </c:pt>
                <c:pt idx="24">
                  <c:v>112.0</c:v>
                </c:pt>
                <c:pt idx="25">
                  <c:v>112.5</c:v>
                </c:pt>
                <c:pt idx="26">
                  <c:v>113.0</c:v>
                </c:pt>
                <c:pt idx="27">
                  <c:v>113.5</c:v>
                </c:pt>
                <c:pt idx="28">
                  <c:v>114.0</c:v>
                </c:pt>
                <c:pt idx="29">
                  <c:v>114.5</c:v>
                </c:pt>
                <c:pt idx="30">
                  <c:v>115.0</c:v>
                </c:pt>
                <c:pt idx="31">
                  <c:v>115.5</c:v>
                </c:pt>
                <c:pt idx="32">
                  <c:v>116.0</c:v>
                </c:pt>
                <c:pt idx="33">
                  <c:v>116.5</c:v>
                </c:pt>
                <c:pt idx="34">
                  <c:v>117.0</c:v>
                </c:pt>
                <c:pt idx="35">
                  <c:v>117.5</c:v>
                </c:pt>
                <c:pt idx="36">
                  <c:v>118.0</c:v>
                </c:pt>
                <c:pt idx="37">
                  <c:v>118.5</c:v>
                </c:pt>
                <c:pt idx="38">
                  <c:v>119.0</c:v>
                </c:pt>
                <c:pt idx="39">
                  <c:v>119.5</c:v>
                </c:pt>
                <c:pt idx="40">
                  <c:v>120.0</c:v>
                </c:pt>
                <c:pt idx="41">
                  <c:v>120.5</c:v>
                </c:pt>
                <c:pt idx="42">
                  <c:v>121.0</c:v>
                </c:pt>
                <c:pt idx="43">
                  <c:v>121.5</c:v>
                </c:pt>
                <c:pt idx="44">
                  <c:v>122.0</c:v>
                </c:pt>
                <c:pt idx="45">
                  <c:v>122.5</c:v>
                </c:pt>
                <c:pt idx="46">
                  <c:v>123.0</c:v>
                </c:pt>
                <c:pt idx="47">
                  <c:v>123.5</c:v>
                </c:pt>
                <c:pt idx="48">
                  <c:v>124.0</c:v>
                </c:pt>
                <c:pt idx="49">
                  <c:v>124.5</c:v>
                </c:pt>
                <c:pt idx="50">
                  <c:v>125.0</c:v>
                </c:pt>
                <c:pt idx="51">
                  <c:v>125.5</c:v>
                </c:pt>
                <c:pt idx="52">
                  <c:v>126.0</c:v>
                </c:pt>
                <c:pt idx="53">
                  <c:v>126.5</c:v>
                </c:pt>
                <c:pt idx="54">
                  <c:v>127.0</c:v>
                </c:pt>
                <c:pt idx="55">
                  <c:v>127.5</c:v>
                </c:pt>
                <c:pt idx="56">
                  <c:v>128.0</c:v>
                </c:pt>
                <c:pt idx="57">
                  <c:v>128.5</c:v>
                </c:pt>
                <c:pt idx="58">
                  <c:v>129.0</c:v>
                </c:pt>
                <c:pt idx="59">
                  <c:v>129.5</c:v>
                </c:pt>
                <c:pt idx="60">
                  <c:v>130.0</c:v>
                </c:pt>
                <c:pt idx="61">
                  <c:v>130.5</c:v>
                </c:pt>
                <c:pt idx="62">
                  <c:v>131.0</c:v>
                </c:pt>
                <c:pt idx="63">
                  <c:v>131.5</c:v>
                </c:pt>
                <c:pt idx="64">
                  <c:v>132.0</c:v>
                </c:pt>
                <c:pt idx="65">
                  <c:v>132.5</c:v>
                </c:pt>
                <c:pt idx="66">
                  <c:v>133.0</c:v>
                </c:pt>
                <c:pt idx="67">
                  <c:v>133.5</c:v>
                </c:pt>
                <c:pt idx="68">
                  <c:v>134.0</c:v>
                </c:pt>
                <c:pt idx="69">
                  <c:v>134.5</c:v>
                </c:pt>
                <c:pt idx="70">
                  <c:v>135.0</c:v>
                </c:pt>
                <c:pt idx="71">
                  <c:v>135.5</c:v>
                </c:pt>
                <c:pt idx="72">
                  <c:v>136.0</c:v>
                </c:pt>
                <c:pt idx="73">
                  <c:v>136.5</c:v>
                </c:pt>
                <c:pt idx="74">
                  <c:v>137.0</c:v>
                </c:pt>
                <c:pt idx="75">
                  <c:v>137.5</c:v>
                </c:pt>
                <c:pt idx="76">
                  <c:v>138.0</c:v>
                </c:pt>
                <c:pt idx="77">
                  <c:v>138.5</c:v>
                </c:pt>
                <c:pt idx="78">
                  <c:v>139.0</c:v>
                </c:pt>
                <c:pt idx="79">
                  <c:v>139.5</c:v>
                </c:pt>
                <c:pt idx="80">
                  <c:v>140.0</c:v>
                </c:pt>
                <c:pt idx="81">
                  <c:v>140.5</c:v>
                </c:pt>
                <c:pt idx="82">
                  <c:v>141.0</c:v>
                </c:pt>
                <c:pt idx="83">
                  <c:v>141.5</c:v>
                </c:pt>
                <c:pt idx="84">
                  <c:v>142.0</c:v>
                </c:pt>
                <c:pt idx="85">
                  <c:v>142.5</c:v>
                </c:pt>
                <c:pt idx="86">
                  <c:v>143.0</c:v>
                </c:pt>
                <c:pt idx="87">
                  <c:v>143.5</c:v>
                </c:pt>
                <c:pt idx="88">
                  <c:v>144.0</c:v>
                </c:pt>
                <c:pt idx="89">
                  <c:v>144.5</c:v>
                </c:pt>
                <c:pt idx="90">
                  <c:v>145.0</c:v>
                </c:pt>
                <c:pt idx="91">
                  <c:v>145.5</c:v>
                </c:pt>
                <c:pt idx="92">
                  <c:v>146.0</c:v>
                </c:pt>
                <c:pt idx="93">
                  <c:v>146.5</c:v>
                </c:pt>
                <c:pt idx="94">
                  <c:v>147.0</c:v>
                </c:pt>
                <c:pt idx="95">
                  <c:v>147.5</c:v>
                </c:pt>
                <c:pt idx="96">
                  <c:v>148.0</c:v>
                </c:pt>
                <c:pt idx="97">
                  <c:v>148.5</c:v>
                </c:pt>
                <c:pt idx="98">
                  <c:v>149.0</c:v>
                </c:pt>
                <c:pt idx="99">
                  <c:v>149.5</c:v>
                </c:pt>
                <c:pt idx="100">
                  <c:v>150.0</c:v>
                </c:pt>
                <c:pt idx="101">
                  <c:v>150.5</c:v>
                </c:pt>
                <c:pt idx="102">
                  <c:v>151.0</c:v>
                </c:pt>
                <c:pt idx="103">
                  <c:v>151.5</c:v>
                </c:pt>
                <c:pt idx="104">
                  <c:v>152.0</c:v>
                </c:pt>
                <c:pt idx="105">
                  <c:v>152.5</c:v>
                </c:pt>
                <c:pt idx="106">
                  <c:v>153.0</c:v>
                </c:pt>
                <c:pt idx="107">
                  <c:v>153.5</c:v>
                </c:pt>
                <c:pt idx="108">
                  <c:v>154.0</c:v>
                </c:pt>
                <c:pt idx="109">
                  <c:v>154.5</c:v>
                </c:pt>
                <c:pt idx="110">
                  <c:v>155.0</c:v>
                </c:pt>
                <c:pt idx="111">
                  <c:v>155.5</c:v>
                </c:pt>
                <c:pt idx="112">
                  <c:v>156.0</c:v>
                </c:pt>
                <c:pt idx="113">
                  <c:v>156.5</c:v>
                </c:pt>
                <c:pt idx="114">
                  <c:v>157.0</c:v>
                </c:pt>
                <c:pt idx="115">
                  <c:v>157.5</c:v>
                </c:pt>
                <c:pt idx="116">
                  <c:v>158.0</c:v>
                </c:pt>
                <c:pt idx="117">
                  <c:v>158.5</c:v>
                </c:pt>
                <c:pt idx="118">
                  <c:v>159.0</c:v>
                </c:pt>
                <c:pt idx="119">
                  <c:v>159.5</c:v>
                </c:pt>
                <c:pt idx="120">
                  <c:v>160.0</c:v>
                </c:pt>
                <c:pt idx="121">
                  <c:v>160.5</c:v>
                </c:pt>
                <c:pt idx="122">
                  <c:v>161.0</c:v>
                </c:pt>
                <c:pt idx="123">
                  <c:v>161.5</c:v>
                </c:pt>
                <c:pt idx="124">
                  <c:v>162.0</c:v>
                </c:pt>
                <c:pt idx="125">
                  <c:v>162.5</c:v>
                </c:pt>
                <c:pt idx="126">
                  <c:v>163.0</c:v>
                </c:pt>
                <c:pt idx="127">
                  <c:v>163.5</c:v>
                </c:pt>
                <c:pt idx="128">
                  <c:v>164.0</c:v>
                </c:pt>
                <c:pt idx="129">
                  <c:v>164.5</c:v>
                </c:pt>
                <c:pt idx="130">
                  <c:v>165.0</c:v>
                </c:pt>
                <c:pt idx="131">
                  <c:v>165.5</c:v>
                </c:pt>
                <c:pt idx="132">
                  <c:v>166.0</c:v>
                </c:pt>
                <c:pt idx="133">
                  <c:v>166.5</c:v>
                </c:pt>
                <c:pt idx="134">
                  <c:v>167.0</c:v>
                </c:pt>
                <c:pt idx="135">
                  <c:v>167.5</c:v>
                </c:pt>
                <c:pt idx="136">
                  <c:v>168.0</c:v>
                </c:pt>
                <c:pt idx="137">
                  <c:v>168.5</c:v>
                </c:pt>
                <c:pt idx="138">
                  <c:v>169.0</c:v>
                </c:pt>
                <c:pt idx="139">
                  <c:v>169.5</c:v>
                </c:pt>
                <c:pt idx="140">
                  <c:v>170.0</c:v>
                </c:pt>
                <c:pt idx="141">
                  <c:v>170.5</c:v>
                </c:pt>
                <c:pt idx="142">
                  <c:v>171.0</c:v>
                </c:pt>
                <c:pt idx="143">
                  <c:v>171.5</c:v>
                </c:pt>
                <c:pt idx="144">
                  <c:v>172.0</c:v>
                </c:pt>
                <c:pt idx="145">
                  <c:v>172.5</c:v>
                </c:pt>
                <c:pt idx="146">
                  <c:v>173.0</c:v>
                </c:pt>
                <c:pt idx="147">
                  <c:v>173.5</c:v>
                </c:pt>
                <c:pt idx="148">
                  <c:v>174.0</c:v>
                </c:pt>
                <c:pt idx="149">
                  <c:v>174.5</c:v>
                </c:pt>
                <c:pt idx="150">
                  <c:v>175.0</c:v>
                </c:pt>
                <c:pt idx="151">
                  <c:v>175.5</c:v>
                </c:pt>
                <c:pt idx="152">
                  <c:v>176.0</c:v>
                </c:pt>
                <c:pt idx="153">
                  <c:v>176.5</c:v>
                </c:pt>
                <c:pt idx="154">
                  <c:v>177.0</c:v>
                </c:pt>
                <c:pt idx="155">
                  <c:v>177.5</c:v>
                </c:pt>
                <c:pt idx="156">
                  <c:v>178.0</c:v>
                </c:pt>
                <c:pt idx="157">
                  <c:v>178.5</c:v>
                </c:pt>
                <c:pt idx="158">
                  <c:v>179.0</c:v>
                </c:pt>
                <c:pt idx="159">
                  <c:v>179.5</c:v>
                </c:pt>
                <c:pt idx="160">
                  <c:v>180.0</c:v>
                </c:pt>
                <c:pt idx="161">
                  <c:v>180.5</c:v>
                </c:pt>
                <c:pt idx="162">
                  <c:v>181.0</c:v>
                </c:pt>
                <c:pt idx="163">
                  <c:v>181.5</c:v>
                </c:pt>
                <c:pt idx="164">
                  <c:v>182.0</c:v>
                </c:pt>
                <c:pt idx="165">
                  <c:v>182.5</c:v>
                </c:pt>
                <c:pt idx="166">
                  <c:v>183.0</c:v>
                </c:pt>
                <c:pt idx="167">
                  <c:v>183.5</c:v>
                </c:pt>
                <c:pt idx="168">
                  <c:v>184.0</c:v>
                </c:pt>
                <c:pt idx="169">
                  <c:v>184.5</c:v>
                </c:pt>
                <c:pt idx="170">
                  <c:v>185.0</c:v>
                </c:pt>
                <c:pt idx="171">
                  <c:v>185.5</c:v>
                </c:pt>
                <c:pt idx="172">
                  <c:v>186.0</c:v>
                </c:pt>
                <c:pt idx="173">
                  <c:v>186.5</c:v>
                </c:pt>
                <c:pt idx="174">
                  <c:v>187.0</c:v>
                </c:pt>
                <c:pt idx="175">
                  <c:v>187.5</c:v>
                </c:pt>
                <c:pt idx="176">
                  <c:v>188.0</c:v>
                </c:pt>
                <c:pt idx="177">
                  <c:v>188.5</c:v>
                </c:pt>
                <c:pt idx="178">
                  <c:v>189.0</c:v>
                </c:pt>
                <c:pt idx="179">
                  <c:v>189.5</c:v>
                </c:pt>
                <c:pt idx="180">
                  <c:v>190.0</c:v>
                </c:pt>
                <c:pt idx="181">
                  <c:v>190.5</c:v>
                </c:pt>
                <c:pt idx="182">
                  <c:v>191.0</c:v>
                </c:pt>
                <c:pt idx="183">
                  <c:v>191.5</c:v>
                </c:pt>
                <c:pt idx="184">
                  <c:v>192.0</c:v>
                </c:pt>
                <c:pt idx="185">
                  <c:v>192.5</c:v>
                </c:pt>
                <c:pt idx="186">
                  <c:v>193.0</c:v>
                </c:pt>
                <c:pt idx="187">
                  <c:v>193.5</c:v>
                </c:pt>
                <c:pt idx="188">
                  <c:v>194.0</c:v>
                </c:pt>
                <c:pt idx="189">
                  <c:v>194.5</c:v>
                </c:pt>
                <c:pt idx="190">
                  <c:v>195.0</c:v>
                </c:pt>
                <c:pt idx="191">
                  <c:v>195.5</c:v>
                </c:pt>
                <c:pt idx="192">
                  <c:v>196.0</c:v>
                </c:pt>
                <c:pt idx="193">
                  <c:v>196.5</c:v>
                </c:pt>
                <c:pt idx="194">
                  <c:v>197.0</c:v>
                </c:pt>
                <c:pt idx="195">
                  <c:v>197.5</c:v>
                </c:pt>
                <c:pt idx="196">
                  <c:v>198.0</c:v>
                </c:pt>
                <c:pt idx="197">
                  <c:v>198.5</c:v>
                </c:pt>
                <c:pt idx="198">
                  <c:v>199.0</c:v>
                </c:pt>
                <c:pt idx="199">
                  <c:v>199.5</c:v>
                </c:pt>
                <c:pt idx="200">
                  <c:v>200.0</c:v>
                </c:pt>
                <c:pt idx="201">
                  <c:v>200.5</c:v>
                </c:pt>
                <c:pt idx="202">
                  <c:v>201.0</c:v>
                </c:pt>
                <c:pt idx="203">
                  <c:v>201.5</c:v>
                </c:pt>
                <c:pt idx="204">
                  <c:v>202.0</c:v>
                </c:pt>
                <c:pt idx="205">
                  <c:v>202.5</c:v>
                </c:pt>
                <c:pt idx="206">
                  <c:v>203.0</c:v>
                </c:pt>
                <c:pt idx="207">
                  <c:v>203.5</c:v>
                </c:pt>
                <c:pt idx="208">
                  <c:v>204.0</c:v>
                </c:pt>
                <c:pt idx="209">
                  <c:v>204.5</c:v>
                </c:pt>
                <c:pt idx="210">
                  <c:v>205.0</c:v>
                </c:pt>
                <c:pt idx="211">
                  <c:v>205.5</c:v>
                </c:pt>
                <c:pt idx="212">
                  <c:v>206.0</c:v>
                </c:pt>
                <c:pt idx="213">
                  <c:v>206.5</c:v>
                </c:pt>
                <c:pt idx="214">
                  <c:v>207.0</c:v>
                </c:pt>
                <c:pt idx="215">
                  <c:v>207.5</c:v>
                </c:pt>
                <c:pt idx="216">
                  <c:v>208.0</c:v>
                </c:pt>
                <c:pt idx="217">
                  <c:v>208.5</c:v>
                </c:pt>
                <c:pt idx="218">
                  <c:v>209.0</c:v>
                </c:pt>
                <c:pt idx="219">
                  <c:v>209.5</c:v>
                </c:pt>
                <c:pt idx="220">
                  <c:v>210.0</c:v>
                </c:pt>
                <c:pt idx="221">
                  <c:v>210.5</c:v>
                </c:pt>
                <c:pt idx="222">
                  <c:v>211.0</c:v>
                </c:pt>
                <c:pt idx="223">
                  <c:v>211.5</c:v>
                </c:pt>
                <c:pt idx="224">
                  <c:v>212.0</c:v>
                </c:pt>
                <c:pt idx="225">
                  <c:v>212.5</c:v>
                </c:pt>
                <c:pt idx="226">
                  <c:v>213.0</c:v>
                </c:pt>
                <c:pt idx="227">
                  <c:v>213.5</c:v>
                </c:pt>
                <c:pt idx="228">
                  <c:v>214.0</c:v>
                </c:pt>
                <c:pt idx="229">
                  <c:v>214.5</c:v>
                </c:pt>
                <c:pt idx="230">
                  <c:v>215.0</c:v>
                </c:pt>
                <c:pt idx="231">
                  <c:v>215.5</c:v>
                </c:pt>
                <c:pt idx="232">
                  <c:v>216.0</c:v>
                </c:pt>
                <c:pt idx="233">
                  <c:v>216.5</c:v>
                </c:pt>
                <c:pt idx="234">
                  <c:v>217.0</c:v>
                </c:pt>
                <c:pt idx="235">
                  <c:v>217.5</c:v>
                </c:pt>
                <c:pt idx="236">
                  <c:v>218.0</c:v>
                </c:pt>
                <c:pt idx="237">
                  <c:v>218.5</c:v>
                </c:pt>
                <c:pt idx="238">
                  <c:v>219.0</c:v>
                </c:pt>
                <c:pt idx="239">
                  <c:v>219.5</c:v>
                </c:pt>
                <c:pt idx="240">
                  <c:v>220.0</c:v>
                </c:pt>
              </c:numCache>
            </c:numRef>
          </c:xVal>
          <c:yVal>
            <c:numRef>
              <c:f>Sheet1!$B$2:$B$242</c:f>
              <c:numCache>
                <c:formatCode>General</c:formatCode>
                <c:ptCount val="241"/>
                <c:pt idx="0">
                  <c:v>-0.100024943103106</c:v>
                </c:pt>
                <c:pt idx="1">
                  <c:v>-0.107241838035855</c:v>
                </c:pt>
                <c:pt idx="2">
                  <c:v>-0.11604620802623</c:v>
                </c:pt>
                <c:pt idx="3">
                  <c:v>-0.126899783218297</c:v>
                </c:pt>
                <c:pt idx="4">
                  <c:v>-0.140466114653467</c:v>
                </c:pt>
                <c:pt idx="5">
                  <c:v>-0.157724135507961</c:v>
                </c:pt>
                <c:pt idx="6">
                  <c:v>-0.180163339088957</c:v>
                </c:pt>
                <c:pt idx="7">
                  <c:v>-0.210134032183676</c:v>
                </c:pt>
                <c:pt idx="8">
                  <c:v>-0.251507851876219</c:v>
                </c:pt>
                <c:pt idx="9">
                  <c:v>-0.310996299989263</c:v>
                </c:pt>
                <c:pt idx="10">
                  <c:v>-0.400957169332638</c:v>
                </c:pt>
                <c:pt idx="11">
                  <c:v>-0.545788715154431</c:v>
                </c:pt>
                <c:pt idx="12">
                  <c:v>-0.797338933642285</c:v>
                </c:pt>
                <c:pt idx="13">
                  <c:v>-1.27092568807964</c:v>
                </c:pt>
                <c:pt idx="14">
                  <c:v>-2.18420714334858</c:v>
                </c:pt>
                <c:pt idx="15">
                  <c:v>-3.3965744166799</c:v>
                </c:pt>
                <c:pt idx="16">
                  <c:v>-3.08172652697854</c:v>
                </c:pt>
                <c:pt idx="17">
                  <c:v>-1.80411875702072</c:v>
                </c:pt>
                <c:pt idx="18">
                  <c:v>-1.03046031757553</c:v>
                </c:pt>
                <c:pt idx="19">
                  <c:v>-0.64553680447258</c:v>
                </c:pt>
                <c:pt idx="20">
                  <c:v>-0.444154208589561</c:v>
                </c:pt>
                <c:pt idx="21">
                  <c:v>-0.330209827536655</c:v>
                </c:pt>
                <c:pt idx="22">
                  <c:v>-0.261233982316465</c:v>
                </c:pt>
                <c:pt idx="23">
                  <c:v>-0.217239245965269</c:v>
                </c:pt>
                <c:pt idx="24">
                  <c:v>-0.18807713795346</c:v>
                </c:pt>
                <c:pt idx="25">
                  <c:v>-0.16822804224147</c:v>
                </c:pt>
                <c:pt idx="26">
                  <c:v>-0.154508683969155</c:v>
                </c:pt>
                <c:pt idx="27">
                  <c:v>-0.14499057742452</c:v>
                </c:pt>
                <c:pt idx="28">
                  <c:v>-0.138456268316046</c:v>
                </c:pt>
                <c:pt idx="29">
                  <c:v>-0.134110279690201</c:v>
                </c:pt>
                <c:pt idx="30">
                  <c:v>-0.131417849216476</c:v>
                </c:pt>
                <c:pt idx="31">
                  <c:v>-0.130011128604872</c:v>
                </c:pt>
                <c:pt idx="32">
                  <c:v>-0.12963263006355</c:v>
                </c:pt>
                <c:pt idx="33">
                  <c:v>-0.130100073734468</c:v>
                </c:pt>
                <c:pt idx="34">
                  <c:v>-0.13128398332831</c:v>
                </c:pt>
                <c:pt idx="35">
                  <c:v>-0.133093136964681</c:v>
                </c:pt>
                <c:pt idx="36">
                  <c:v>-0.13546502438068</c:v>
                </c:pt>
                <c:pt idx="37">
                  <c:v>-0.138359615504206</c:v>
                </c:pt>
                <c:pt idx="38">
                  <c:v>-0.141755422502949</c:v>
                </c:pt>
                <c:pt idx="39">
                  <c:v>-0.145647253908957</c:v>
                </c:pt>
                <c:pt idx="40">
                  <c:v>-0.150045333673008</c:v>
                </c:pt>
                <c:pt idx="41">
                  <c:v>-0.154975659539072</c:v>
                </c:pt>
                <c:pt idx="42">
                  <c:v>-0.160481650166211</c:v>
                </c:pt>
                <c:pt idx="43">
                  <c:v>-0.166627317193897</c:v>
                </c:pt>
                <c:pt idx="44">
                  <c:v>-0.173502439197868</c:v>
                </c:pt>
                <c:pt idx="45">
                  <c:v>-0.181230569359406</c:v>
                </c:pt>
                <c:pt idx="46">
                  <c:v>-0.189981277722501</c:v>
                </c:pt>
                <c:pt idx="47">
                  <c:v>-0.199988993470713</c:v>
                </c:pt>
                <c:pt idx="48">
                  <c:v>-0.211582519759645</c:v>
                </c:pt>
                <c:pt idx="49">
                  <c:v>-0.225232437881687</c:v>
                </c:pt>
                <c:pt idx="50">
                  <c:v>-0.241629651564415</c:v>
                </c:pt>
                <c:pt idx="51">
                  <c:v>-0.261820429176721</c:v>
                </c:pt>
                <c:pt idx="52">
                  <c:v>-0.287448819156127</c:v>
                </c:pt>
                <c:pt idx="53">
                  <c:v>-0.321214104320656</c:v>
                </c:pt>
                <c:pt idx="54">
                  <c:v>-0.367785020682966</c:v>
                </c:pt>
                <c:pt idx="55">
                  <c:v>-0.435748314293647</c:v>
                </c:pt>
                <c:pt idx="56">
                  <c:v>-0.542049426182518</c:v>
                </c:pt>
                <c:pt idx="57">
                  <c:v>-0.722621322512435</c:v>
                </c:pt>
                <c:pt idx="58">
                  <c:v>-1.05612626499291</c:v>
                </c:pt>
                <c:pt idx="59">
                  <c:v>-1.67527972244699</c:v>
                </c:pt>
                <c:pt idx="60">
                  <c:v>-2.37001831875439</c:v>
                </c:pt>
                <c:pt idx="61">
                  <c:v>-1.99432869315135</c:v>
                </c:pt>
                <c:pt idx="62">
                  <c:v>-1.19628394938701</c:v>
                </c:pt>
                <c:pt idx="63">
                  <c:v>-0.751321558731958</c:v>
                </c:pt>
                <c:pt idx="64">
                  <c:v>-0.53932474186104</c:v>
                </c:pt>
                <c:pt idx="65">
                  <c:v>-0.433795813756767</c:v>
                </c:pt>
                <c:pt idx="66">
                  <c:v>-0.37838033013298</c:v>
                </c:pt>
                <c:pt idx="67">
                  <c:v>-0.348623351187144</c:v>
                </c:pt>
                <c:pt idx="68">
                  <c:v>-0.333139296253237</c:v>
                </c:pt>
                <c:pt idx="69">
                  <c:v>-0.326200511070232</c:v>
                </c:pt>
                <c:pt idx="70">
                  <c:v>-0.324722818996453</c:v>
                </c:pt>
                <c:pt idx="71">
                  <c:v>-0.32694908271757</c:v>
                </c:pt>
                <c:pt idx="72">
                  <c:v>-0.331831550687806</c:v>
                </c:pt>
                <c:pt idx="73">
                  <c:v>-0.338722800416354</c:v>
                </c:pt>
                <c:pt idx="74">
                  <c:v>-0.347212196162769</c:v>
                </c:pt>
                <c:pt idx="75">
                  <c:v>-0.357035070313175</c:v>
                </c:pt>
                <c:pt idx="76">
                  <c:v>-0.368020150185442</c:v>
                </c:pt>
                <c:pt idx="77">
                  <c:v>-0.380058016583184</c:v>
                </c:pt>
                <c:pt idx="78">
                  <c:v>-0.393081591783021</c:v>
                </c:pt>
                <c:pt idx="79">
                  <c:v>-0.407053752262756</c:v>
                </c:pt>
                <c:pt idx="80">
                  <c:v>-0.421959295457415</c:v>
                </c:pt>
                <c:pt idx="81">
                  <c:v>-0.437799644282847</c:v>
                </c:pt>
                <c:pt idx="82">
                  <c:v>-0.454589319358232</c:v>
                </c:pt>
                <c:pt idx="83">
                  <c:v>-0.472353581828931</c:v>
                </c:pt>
                <c:pt idx="84">
                  <c:v>-0.49112687103938</c:v>
                </c:pt>
                <c:pt idx="85">
                  <c:v>-0.510951796062439</c:v>
                </c:pt>
                <c:pt idx="86">
                  <c:v>-0.531878524095476</c:v>
                </c:pt>
                <c:pt idx="87">
                  <c:v>-0.55396446228673</c:v>
                </c:pt>
                <c:pt idx="88">
                  <c:v>-0.577274164450296</c:v>
                </c:pt>
                <c:pt idx="89">
                  <c:v>-0.601879417376874</c:v>
                </c:pt>
                <c:pt idx="90">
                  <c:v>-0.627859477311345</c:v>
                </c:pt>
                <c:pt idx="91">
                  <c:v>-0.655301438291207</c:v>
                </c:pt>
                <c:pt idx="92">
                  <c:v>-0.684300722097192</c:v>
                </c:pt>
                <c:pt idx="93">
                  <c:v>-0.714961685642333</c:v>
                </c:pt>
                <c:pt idx="94">
                  <c:v>-0.747398346437145</c:v>
                </c:pt>
                <c:pt idx="95">
                  <c:v>-0.781735230805987</c:v>
                </c:pt>
                <c:pt idx="96">
                  <c:v>-0.8181083531399</c:v>
                </c:pt>
                <c:pt idx="97">
                  <c:v>-0.856666337911967</c:v>
                </c:pt>
                <c:pt idx="98">
                  <c:v>-0.897571699656808</c:v>
                </c:pt>
                <c:pt idx="99">
                  <c:v>-0.941002299801204</c:v>
                </c:pt>
                <c:pt idx="100">
                  <c:v>-0.987153003292061</c:v>
                </c:pt>
                <c:pt idx="101">
                  <c:v>-1.03623756256643</c:v>
                </c:pt>
                <c:pt idx="102">
                  <c:v>-1.08849076172764</c:v>
                </c:pt>
                <c:pt idx="103">
                  <c:v>-1.14417086003838</c:v>
                </c:pt>
                <c:pt idx="104">
                  <c:v>-1.20356238126448</c:v>
                </c:pt>
                <c:pt idx="105">
                  <c:v>-1.26697930430389</c:v>
                </c:pt>
                <c:pt idx="106">
                  <c:v>-1.33476872129483</c:v>
                </c:pt>
                <c:pt idx="107">
                  <c:v>-1.40731504249343</c:v>
                </c:pt>
                <c:pt idx="108">
                  <c:v>-1.48504484326188</c:v>
                </c:pt>
                <c:pt idx="109">
                  <c:v>-1.56843246831063</c:v>
                </c:pt>
                <c:pt idx="110">
                  <c:v>-1.65800653293826</c:v>
                </c:pt>
                <c:pt idx="111">
                  <c:v>-1.75435749179135</c:v>
                </c:pt>
                <c:pt idx="112">
                  <c:v>-1.85814648447109</c:v>
                </c:pt>
                <c:pt idx="113">
                  <c:v>-1.97011571663157</c:v>
                </c:pt>
                <c:pt idx="114">
                  <c:v>-2.09110069844658</c:v>
                </c:pt>
                <c:pt idx="115">
                  <c:v>-2.22204474415397</c:v>
                </c:pt>
                <c:pt idx="116">
                  <c:v>-2.36401624336966</c:v>
                </c:pt>
                <c:pt idx="117">
                  <c:v>-2.51822935626401</c:v>
                </c:pt>
                <c:pt idx="118">
                  <c:v>-2.68606897380619</c:v>
                </c:pt>
                <c:pt idx="119">
                  <c:v>-2.86912104045227</c:v>
                </c:pt>
                <c:pt idx="120">
                  <c:v>-3.06920968848426</c:v>
                </c:pt>
                <c:pt idx="121">
                  <c:v>-3.28844312367533</c:v>
                </c:pt>
                <c:pt idx="122">
                  <c:v>-3.52927089682074</c:v>
                </c:pt>
                <c:pt idx="123">
                  <c:v>-3.79455619748452</c:v>
                </c:pt>
                <c:pt idx="124">
                  <c:v>-4.08766827838682</c:v>
                </c:pt>
                <c:pt idx="125">
                  <c:v>-4.41260232731853</c:v>
                </c:pt>
                <c:pt idx="126">
                  <c:v>-4.77413749301544</c:v>
                </c:pt>
                <c:pt idx="127">
                  <c:v>-5.17804910632012</c:v>
                </c:pt>
                <c:pt idx="128">
                  <c:v>-5.63139977358625</c:v>
                </c:pt>
                <c:pt idx="129">
                  <c:v>-6.14294844626993</c:v>
                </c:pt>
                <c:pt idx="130">
                  <c:v>-6.72374155505222</c:v>
                </c:pt>
                <c:pt idx="131">
                  <c:v>-7.38799539520742</c:v>
                </c:pt>
                <c:pt idx="132">
                  <c:v>-8.15446439768202</c:v>
                </c:pt>
                <c:pt idx="133">
                  <c:v>-9.04866141713884</c:v>
                </c:pt>
                <c:pt idx="134">
                  <c:v>-10.1066652426669</c:v>
                </c:pt>
                <c:pt idx="135">
                  <c:v>-11.3821165990935</c:v>
                </c:pt>
                <c:pt idx="136">
                  <c:v>-12.9602738925949</c:v>
                </c:pt>
                <c:pt idx="137">
                  <c:v>-14.9898953583319</c:v>
                </c:pt>
                <c:pt idx="138">
                  <c:v>-17.7695458568853</c:v>
                </c:pt>
                <c:pt idx="139">
                  <c:v>-22.0598837052316</c:v>
                </c:pt>
                <c:pt idx="140">
                  <c:v>-31.1731646749372</c:v>
                </c:pt>
                <c:pt idx="141">
                  <c:v>-31.1554395937677</c:v>
                </c:pt>
                <c:pt idx="142">
                  <c:v>-21.8578976505791</c:v>
                </c:pt>
                <c:pt idx="143">
                  <c:v>-17.4185840164071</c:v>
                </c:pt>
                <c:pt idx="144">
                  <c:v>-14.5056201893221</c:v>
                </c:pt>
                <c:pt idx="145">
                  <c:v>-12.3594600424907</c:v>
                </c:pt>
                <c:pt idx="146">
                  <c:v>-10.6846013287355</c:v>
                </c:pt>
                <c:pt idx="147">
                  <c:v>-9.33556868547819</c:v>
                </c:pt>
                <c:pt idx="148">
                  <c:v>-8.23022759717837</c:v>
                </c:pt>
                <c:pt idx="149">
                  <c:v>-7.31777897546581</c:v>
                </c:pt>
                <c:pt idx="150">
                  <c:v>-6.56465687031243</c:v>
                </c:pt>
                <c:pt idx="151">
                  <c:v>-5.94751690649508</c:v>
                </c:pt>
                <c:pt idx="152">
                  <c:v>-5.44942698441847</c:v>
                </c:pt>
                <c:pt idx="153">
                  <c:v>-5.05764943154117</c:v>
                </c:pt>
                <c:pt idx="154">
                  <c:v>-4.76227244818223</c:v>
                </c:pt>
                <c:pt idx="155">
                  <c:v>-4.5553190736675</c:v>
                </c:pt>
                <c:pt idx="156">
                  <c:v>-4.43013437869252</c:v>
                </c:pt>
                <c:pt idx="157">
                  <c:v>-4.38093785160187</c:v>
                </c:pt>
                <c:pt idx="158">
                  <c:v>-4.40247360818088</c:v>
                </c:pt>
                <c:pt idx="159">
                  <c:v>-4.48971626460476</c:v>
                </c:pt>
                <c:pt idx="160">
                  <c:v>-4.63760468297042</c:v>
                </c:pt>
                <c:pt idx="161">
                  <c:v>-4.84078443100686</c:v>
                </c:pt>
                <c:pt idx="162">
                  <c:v>-5.09334595712193</c:v>
                </c:pt>
                <c:pt idx="163">
                  <c:v>-5.38855190458952</c:v>
                </c:pt>
                <c:pt idx="164">
                  <c:v>-5.7185565370806</c:v>
                </c:pt>
                <c:pt idx="165">
                  <c:v>-6.07413602773066</c:v>
                </c:pt>
                <c:pt idx="166">
                  <c:v>-6.44447297343006</c:v>
                </c:pt>
                <c:pt idx="167">
                  <c:v>-6.81707172142318</c:v>
                </c:pt>
                <c:pt idx="168">
                  <c:v>-7.17791550975343</c:v>
                </c:pt>
                <c:pt idx="169">
                  <c:v>-7.51199208585896</c:v>
                </c:pt>
                <c:pt idx="170">
                  <c:v>-7.80427839920776</c:v>
                </c:pt>
                <c:pt idx="171">
                  <c:v>-8.04115608573479</c:v>
                </c:pt>
                <c:pt idx="172">
                  <c:v>-8.21203486265034</c:v>
                </c:pt>
                <c:pt idx="173">
                  <c:v>-8.31077198060443</c:v>
                </c:pt>
                <c:pt idx="174">
                  <c:v>-8.33642907994416</c:v>
                </c:pt>
                <c:pt idx="175">
                  <c:v>-8.29309092565209</c:v>
                </c:pt>
                <c:pt idx="176">
                  <c:v>-8.18881382320798</c:v>
                </c:pt>
                <c:pt idx="177">
                  <c:v>-8.03407433092758</c:v>
                </c:pt>
                <c:pt idx="178">
                  <c:v>-7.84018465655456</c:v>
                </c:pt>
                <c:pt idx="179">
                  <c:v>-7.61802516352768</c:v>
                </c:pt>
                <c:pt idx="180">
                  <c:v>-7.37723825281191</c:v>
                </c:pt>
                <c:pt idx="181">
                  <c:v>-7.12585560200776</c:v>
                </c:pt>
                <c:pt idx="182">
                  <c:v>-6.87024409728899</c:v>
                </c:pt>
                <c:pt idx="183">
                  <c:v>-6.61524261401633</c:v>
                </c:pt>
                <c:pt idx="184">
                  <c:v>-6.36438719770824</c:v>
                </c:pt>
                <c:pt idx="185">
                  <c:v>-6.12015738353029</c:v>
                </c:pt>
                <c:pt idx="186">
                  <c:v>-5.8842065149686</c:v>
                </c:pt>
                <c:pt idx="187">
                  <c:v>-5.65755968347072</c:v>
                </c:pt>
                <c:pt idx="188">
                  <c:v>-5.44077521437566</c:v>
                </c:pt>
                <c:pt idx="189">
                  <c:v>-5.23407192665844</c:v>
                </c:pt>
                <c:pt idx="190">
                  <c:v>-5.03742700902115</c:v>
                </c:pt>
                <c:pt idx="191">
                  <c:v>-4.85064995351563</c:v>
                </c:pt>
                <c:pt idx="192">
                  <c:v>-4.67343761733602</c:v>
                </c:pt>
                <c:pt idx="193">
                  <c:v>-4.50541473643757</c:v>
                </c:pt>
                <c:pt idx="194">
                  <c:v>-4.34616339613561</c:v>
                </c:pt>
                <c:pt idx="195">
                  <c:v>-4.19524421255168</c:v>
                </c:pt>
                <c:pt idx="196">
                  <c:v>-4.05221134469307</c:v>
                </c:pt>
                <c:pt idx="197">
                  <c:v>-3.91662294657087</c:v>
                </c:pt>
                <c:pt idx="198">
                  <c:v>-3.78804826975249</c:v>
                </c:pt>
                <c:pt idx="199">
                  <c:v>-3.66607232061991</c:v>
                </c:pt>
                <c:pt idx="200">
                  <c:v>-3.55029874463012</c:v>
                </c:pt>
                <c:pt idx="201">
                  <c:v>-3.44035143554248</c:v>
                </c:pt>
                <c:pt idx="202">
                  <c:v>-3.33587523728082</c:v>
                </c:pt>
                <c:pt idx="203">
                  <c:v>-3.23653600907468</c:v>
                </c:pt>
                <c:pt idx="204">
                  <c:v>-3.14202025245286</c:v>
                </c:pt>
                <c:pt idx="205">
                  <c:v>-3.05203444521985</c:v>
                </c:pt>
                <c:pt idx="206">
                  <c:v>-2.96630418796514</c:v>
                </c:pt>
                <c:pt idx="207">
                  <c:v>-2.88457323937759</c:v>
                </c:pt>
                <c:pt idx="208">
                  <c:v>-2.8066024950064</c:v>
                </c:pt>
                <c:pt idx="209">
                  <c:v>-2.73216894815361</c:v>
                </c:pt>
                <c:pt idx="210">
                  <c:v>-2.66106465983898</c:v>
                </c:pt>
                <c:pt idx="211">
                  <c:v>-2.59309575615755</c:v>
                </c:pt>
                <c:pt idx="212">
                  <c:v>-2.52808146504938</c:v>
                </c:pt>
                <c:pt idx="213">
                  <c:v>-2.46585319992012</c:v>
                </c:pt>
                <c:pt idx="214">
                  <c:v>-2.40625369424542</c:v>
                </c:pt>
                <c:pt idx="215">
                  <c:v>-2.34913618893172</c:v>
                </c:pt>
                <c:pt idx="216">
                  <c:v>-2.29436367254437</c:v>
                </c:pt>
                <c:pt idx="217">
                  <c:v>-2.24180817336714</c:v>
                </c:pt>
                <c:pt idx="218">
                  <c:v>-2.19135010148979</c:v>
                </c:pt>
                <c:pt idx="219">
                  <c:v>-2.14287763862999</c:v>
                </c:pt>
                <c:pt idx="220">
                  <c:v>-2.09628617310656</c:v>
                </c:pt>
                <c:pt idx="221">
                  <c:v>-2.05147777723698</c:v>
                </c:pt>
                <c:pt idx="222">
                  <c:v>-2.00836072439124</c:v>
                </c:pt>
                <c:pt idx="223">
                  <c:v>-1.96684904296438</c:v>
                </c:pt>
                <c:pt idx="224">
                  <c:v>-1.92686210461104</c:v>
                </c:pt>
                <c:pt idx="225">
                  <c:v>-1.88832424419638</c:v>
                </c:pt>
                <c:pt idx="226">
                  <c:v>-1.85116440905014</c:v>
                </c:pt>
                <c:pt idx="227">
                  <c:v>-1.81531583525323</c:v>
                </c:pt>
                <c:pt idx="228">
                  <c:v>-1.78071574883296</c:v>
                </c:pt>
                <c:pt idx="229">
                  <c:v>-1.74730508989006</c:v>
                </c:pt>
                <c:pt idx="230">
                  <c:v>-1.71502825782428</c:v>
                </c:pt>
                <c:pt idx="231">
                  <c:v>-1.68383287596305</c:v>
                </c:pt>
                <c:pt idx="232">
                  <c:v>-1.65366957402975</c:v>
                </c:pt>
                <c:pt idx="233">
                  <c:v>-1.62449178701131</c:v>
                </c:pt>
                <c:pt idx="234">
                  <c:v>-1.59625556910145</c:v>
                </c:pt>
                <c:pt idx="235">
                  <c:v>-1.56891942150357</c:v>
                </c:pt>
                <c:pt idx="236">
                  <c:v>-1.54244413297761</c:v>
                </c:pt>
                <c:pt idx="237">
                  <c:v>-1.51679263210767</c:v>
                </c:pt>
                <c:pt idx="238">
                  <c:v>-1.4919298503528</c:v>
                </c:pt>
                <c:pt idx="239">
                  <c:v>-1.46782259502142</c:v>
                </c:pt>
                <c:pt idx="240">
                  <c:v>-1.4444394313822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Sheet1!$B$244</c:f>
              <c:strCache>
                <c:ptCount val="1"/>
                <c:pt idx="0">
                  <c:v>240 μm</c:v>
                </c:pt>
              </c:strCache>
            </c:strRef>
          </c:tx>
          <c:spPr>
            <a:ln w="20955">
              <a:solidFill>
                <a:srgbClr val="7F9FBA"/>
              </a:solidFill>
            </a:ln>
          </c:spPr>
          <c:marker>
            <c:symbol val="none"/>
          </c:marker>
          <c:xVal>
            <c:numRef>
              <c:f>Sheet1!$A$245:$A$485</c:f>
              <c:numCache>
                <c:formatCode>General</c:formatCode>
                <c:ptCount val="241"/>
                <c:pt idx="0">
                  <c:v>100.0</c:v>
                </c:pt>
                <c:pt idx="1">
                  <c:v>100.5</c:v>
                </c:pt>
                <c:pt idx="2">
                  <c:v>101.0</c:v>
                </c:pt>
                <c:pt idx="3">
                  <c:v>101.5</c:v>
                </c:pt>
                <c:pt idx="4">
                  <c:v>102.0</c:v>
                </c:pt>
                <c:pt idx="5">
                  <c:v>102.5</c:v>
                </c:pt>
                <c:pt idx="6">
                  <c:v>103.0</c:v>
                </c:pt>
                <c:pt idx="7">
                  <c:v>103.5</c:v>
                </c:pt>
                <c:pt idx="8">
                  <c:v>104.0</c:v>
                </c:pt>
                <c:pt idx="9">
                  <c:v>104.5</c:v>
                </c:pt>
                <c:pt idx="10">
                  <c:v>105.0</c:v>
                </c:pt>
                <c:pt idx="11">
                  <c:v>105.5</c:v>
                </c:pt>
                <c:pt idx="12">
                  <c:v>106.0</c:v>
                </c:pt>
                <c:pt idx="13">
                  <c:v>106.5</c:v>
                </c:pt>
                <c:pt idx="14">
                  <c:v>107.0</c:v>
                </c:pt>
                <c:pt idx="15">
                  <c:v>107.5</c:v>
                </c:pt>
                <c:pt idx="16">
                  <c:v>108.0</c:v>
                </c:pt>
                <c:pt idx="17">
                  <c:v>108.5</c:v>
                </c:pt>
                <c:pt idx="18">
                  <c:v>109.0</c:v>
                </c:pt>
                <c:pt idx="19">
                  <c:v>109.5</c:v>
                </c:pt>
                <c:pt idx="20">
                  <c:v>110.0</c:v>
                </c:pt>
                <c:pt idx="21">
                  <c:v>110.5</c:v>
                </c:pt>
                <c:pt idx="22">
                  <c:v>111.0</c:v>
                </c:pt>
                <c:pt idx="23">
                  <c:v>111.5</c:v>
                </c:pt>
                <c:pt idx="24">
                  <c:v>112.0</c:v>
                </c:pt>
                <c:pt idx="25">
                  <c:v>112.5</c:v>
                </c:pt>
                <c:pt idx="26">
                  <c:v>113.0</c:v>
                </c:pt>
                <c:pt idx="27">
                  <c:v>113.5</c:v>
                </c:pt>
                <c:pt idx="28">
                  <c:v>114.0</c:v>
                </c:pt>
                <c:pt idx="29">
                  <c:v>114.5</c:v>
                </c:pt>
                <c:pt idx="30">
                  <c:v>115.0</c:v>
                </c:pt>
                <c:pt idx="31">
                  <c:v>115.5</c:v>
                </c:pt>
                <c:pt idx="32">
                  <c:v>116.0</c:v>
                </c:pt>
                <c:pt idx="33">
                  <c:v>116.5</c:v>
                </c:pt>
                <c:pt idx="34">
                  <c:v>117.0</c:v>
                </c:pt>
                <c:pt idx="35">
                  <c:v>117.5</c:v>
                </c:pt>
                <c:pt idx="36">
                  <c:v>118.0</c:v>
                </c:pt>
                <c:pt idx="37">
                  <c:v>118.5</c:v>
                </c:pt>
                <c:pt idx="38">
                  <c:v>119.0</c:v>
                </c:pt>
                <c:pt idx="39">
                  <c:v>119.5</c:v>
                </c:pt>
                <c:pt idx="40">
                  <c:v>120.0</c:v>
                </c:pt>
                <c:pt idx="41">
                  <c:v>120.5</c:v>
                </c:pt>
                <c:pt idx="42">
                  <c:v>121.0</c:v>
                </c:pt>
                <c:pt idx="43">
                  <c:v>121.5</c:v>
                </c:pt>
                <c:pt idx="44">
                  <c:v>122.0</c:v>
                </c:pt>
                <c:pt idx="45">
                  <c:v>122.5</c:v>
                </c:pt>
                <c:pt idx="46">
                  <c:v>123.0</c:v>
                </c:pt>
                <c:pt idx="47">
                  <c:v>123.5</c:v>
                </c:pt>
                <c:pt idx="48">
                  <c:v>124.0</c:v>
                </c:pt>
                <c:pt idx="49">
                  <c:v>124.5</c:v>
                </c:pt>
                <c:pt idx="50">
                  <c:v>125.0</c:v>
                </c:pt>
                <c:pt idx="51">
                  <c:v>125.5</c:v>
                </c:pt>
                <c:pt idx="52">
                  <c:v>126.0</c:v>
                </c:pt>
                <c:pt idx="53">
                  <c:v>126.5</c:v>
                </c:pt>
                <c:pt idx="54">
                  <c:v>127.0</c:v>
                </c:pt>
                <c:pt idx="55">
                  <c:v>127.5</c:v>
                </c:pt>
                <c:pt idx="56">
                  <c:v>128.0</c:v>
                </c:pt>
                <c:pt idx="57">
                  <c:v>128.5</c:v>
                </c:pt>
                <c:pt idx="58">
                  <c:v>129.0</c:v>
                </c:pt>
                <c:pt idx="59">
                  <c:v>129.5</c:v>
                </c:pt>
                <c:pt idx="60">
                  <c:v>130.0</c:v>
                </c:pt>
                <c:pt idx="61">
                  <c:v>130.5</c:v>
                </c:pt>
                <c:pt idx="62">
                  <c:v>131.0</c:v>
                </c:pt>
                <c:pt idx="63">
                  <c:v>131.5</c:v>
                </c:pt>
                <c:pt idx="64">
                  <c:v>132.0</c:v>
                </c:pt>
                <c:pt idx="65">
                  <c:v>132.5</c:v>
                </c:pt>
                <c:pt idx="66">
                  <c:v>133.0</c:v>
                </c:pt>
                <c:pt idx="67">
                  <c:v>133.5</c:v>
                </c:pt>
                <c:pt idx="68">
                  <c:v>134.0</c:v>
                </c:pt>
                <c:pt idx="69">
                  <c:v>134.5</c:v>
                </c:pt>
                <c:pt idx="70">
                  <c:v>135.0</c:v>
                </c:pt>
                <c:pt idx="71">
                  <c:v>135.5</c:v>
                </c:pt>
                <c:pt idx="72">
                  <c:v>136.0</c:v>
                </c:pt>
                <c:pt idx="73">
                  <c:v>136.5</c:v>
                </c:pt>
                <c:pt idx="74">
                  <c:v>137.0</c:v>
                </c:pt>
                <c:pt idx="75">
                  <c:v>137.5</c:v>
                </c:pt>
                <c:pt idx="76">
                  <c:v>138.0</c:v>
                </c:pt>
                <c:pt idx="77">
                  <c:v>138.5</c:v>
                </c:pt>
                <c:pt idx="78">
                  <c:v>139.0</c:v>
                </c:pt>
                <c:pt idx="79">
                  <c:v>139.5</c:v>
                </c:pt>
                <c:pt idx="80">
                  <c:v>140.0</c:v>
                </c:pt>
                <c:pt idx="81">
                  <c:v>140.5</c:v>
                </c:pt>
                <c:pt idx="82">
                  <c:v>141.0</c:v>
                </c:pt>
                <c:pt idx="83">
                  <c:v>141.5</c:v>
                </c:pt>
                <c:pt idx="84">
                  <c:v>142.0</c:v>
                </c:pt>
                <c:pt idx="85">
                  <c:v>142.5</c:v>
                </c:pt>
                <c:pt idx="86">
                  <c:v>143.0</c:v>
                </c:pt>
                <c:pt idx="87">
                  <c:v>143.5</c:v>
                </c:pt>
                <c:pt idx="88">
                  <c:v>144.0</c:v>
                </c:pt>
                <c:pt idx="89">
                  <c:v>144.5</c:v>
                </c:pt>
                <c:pt idx="90">
                  <c:v>145.0</c:v>
                </c:pt>
                <c:pt idx="91">
                  <c:v>145.5</c:v>
                </c:pt>
                <c:pt idx="92">
                  <c:v>146.0</c:v>
                </c:pt>
                <c:pt idx="93">
                  <c:v>146.5</c:v>
                </c:pt>
                <c:pt idx="94">
                  <c:v>147.0</c:v>
                </c:pt>
                <c:pt idx="95">
                  <c:v>147.5</c:v>
                </c:pt>
                <c:pt idx="96">
                  <c:v>148.0</c:v>
                </c:pt>
                <c:pt idx="97">
                  <c:v>148.5</c:v>
                </c:pt>
                <c:pt idx="98">
                  <c:v>149.0</c:v>
                </c:pt>
                <c:pt idx="99">
                  <c:v>149.5</c:v>
                </c:pt>
                <c:pt idx="100">
                  <c:v>150.0</c:v>
                </c:pt>
                <c:pt idx="101">
                  <c:v>150.5</c:v>
                </c:pt>
                <c:pt idx="102">
                  <c:v>151.0</c:v>
                </c:pt>
                <c:pt idx="103">
                  <c:v>151.5</c:v>
                </c:pt>
                <c:pt idx="104">
                  <c:v>152.0</c:v>
                </c:pt>
                <c:pt idx="105">
                  <c:v>152.5</c:v>
                </c:pt>
                <c:pt idx="106">
                  <c:v>153.0</c:v>
                </c:pt>
                <c:pt idx="107">
                  <c:v>153.5</c:v>
                </c:pt>
                <c:pt idx="108">
                  <c:v>154.0</c:v>
                </c:pt>
                <c:pt idx="109">
                  <c:v>154.5</c:v>
                </c:pt>
                <c:pt idx="110">
                  <c:v>155.0</c:v>
                </c:pt>
                <c:pt idx="111">
                  <c:v>155.5</c:v>
                </c:pt>
                <c:pt idx="112">
                  <c:v>156.0</c:v>
                </c:pt>
                <c:pt idx="113">
                  <c:v>156.5</c:v>
                </c:pt>
                <c:pt idx="114">
                  <c:v>157.0</c:v>
                </c:pt>
                <c:pt idx="115">
                  <c:v>157.5</c:v>
                </c:pt>
                <c:pt idx="116">
                  <c:v>158.0</c:v>
                </c:pt>
                <c:pt idx="117">
                  <c:v>158.5</c:v>
                </c:pt>
                <c:pt idx="118">
                  <c:v>159.0</c:v>
                </c:pt>
                <c:pt idx="119">
                  <c:v>159.5</c:v>
                </c:pt>
                <c:pt idx="120">
                  <c:v>160.0</c:v>
                </c:pt>
                <c:pt idx="121">
                  <c:v>160.5</c:v>
                </c:pt>
                <c:pt idx="122">
                  <c:v>161.0</c:v>
                </c:pt>
                <c:pt idx="123">
                  <c:v>161.5</c:v>
                </c:pt>
                <c:pt idx="124">
                  <c:v>162.0</c:v>
                </c:pt>
                <c:pt idx="125">
                  <c:v>162.5</c:v>
                </c:pt>
                <c:pt idx="126">
                  <c:v>163.0</c:v>
                </c:pt>
                <c:pt idx="127">
                  <c:v>163.5</c:v>
                </c:pt>
                <c:pt idx="128">
                  <c:v>164.0</c:v>
                </c:pt>
                <c:pt idx="129">
                  <c:v>164.5</c:v>
                </c:pt>
                <c:pt idx="130">
                  <c:v>165.0</c:v>
                </c:pt>
                <c:pt idx="131">
                  <c:v>165.5</c:v>
                </c:pt>
                <c:pt idx="132">
                  <c:v>166.0</c:v>
                </c:pt>
                <c:pt idx="133">
                  <c:v>166.5</c:v>
                </c:pt>
                <c:pt idx="134">
                  <c:v>167.0</c:v>
                </c:pt>
                <c:pt idx="135">
                  <c:v>167.5</c:v>
                </c:pt>
                <c:pt idx="136">
                  <c:v>168.0</c:v>
                </c:pt>
                <c:pt idx="137">
                  <c:v>168.5</c:v>
                </c:pt>
                <c:pt idx="138">
                  <c:v>169.0</c:v>
                </c:pt>
                <c:pt idx="139">
                  <c:v>169.5</c:v>
                </c:pt>
                <c:pt idx="140">
                  <c:v>170.0</c:v>
                </c:pt>
                <c:pt idx="141">
                  <c:v>170.5</c:v>
                </c:pt>
                <c:pt idx="142">
                  <c:v>171.0</c:v>
                </c:pt>
                <c:pt idx="143">
                  <c:v>171.5</c:v>
                </c:pt>
                <c:pt idx="144">
                  <c:v>172.0</c:v>
                </c:pt>
                <c:pt idx="145">
                  <c:v>172.5</c:v>
                </c:pt>
                <c:pt idx="146">
                  <c:v>173.0</c:v>
                </c:pt>
                <c:pt idx="147">
                  <c:v>173.5</c:v>
                </c:pt>
                <c:pt idx="148">
                  <c:v>174.0</c:v>
                </c:pt>
                <c:pt idx="149">
                  <c:v>174.5</c:v>
                </c:pt>
                <c:pt idx="150">
                  <c:v>175.0</c:v>
                </c:pt>
                <c:pt idx="151">
                  <c:v>175.5</c:v>
                </c:pt>
                <c:pt idx="152">
                  <c:v>176.0</c:v>
                </c:pt>
                <c:pt idx="153">
                  <c:v>176.5</c:v>
                </c:pt>
                <c:pt idx="154">
                  <c:v>177.0</c:v>
                </c:pt>
                <c:pt idx="155">
                  <c:v>177.5</c:v>
                </c:pt>
                <c:pt idx="156">
                  <c:v>178.0</c:v>
                </c:pt>
                <c:pt idx="157">
                  <c:v>178.5</c:v>
                </c:pt>
                <c:pt idx="158">
                  <c:v>179.0</c:v>
                </c:pt>
                <c:pt idx="159">
                  <c:v>179.5</c:v>
                </c:pt>
                <c:pt idx="160">
                  <c:v>180.0</c:v>
                </c:pt>
                <c:pt idx="161">
                  <c:v>180.5</c:v>
                </c:pt>
                <c:pt idx="162">
                  <c:v>181.0</c:v>
                </c:pt>
                <c:pt idx="163">
                  <c:v>181.5</c:v>
                </c:pt>
                <c:pt idx="164">
                  <c:v>182.0</c:v>
                </c:pt>
                <c:pt idx="165">
                  <c:v>182.5</c:v>
                </c:pt>
                <c:pt idx="166">
                  <c:v>183.0</c:v>
                </c:pt>
                <c:pt idx="167">
                  <c:v>183.5</c:v>
                </c:pt>
                <c:pt idx="168">
                  <c:v>184.0</c:v>
                </c:pt>
                <c:pt idx="169">
                  <c:v>184.5</c:v>
                </c:pt>
                <c:pt idx="170">
                  <c:v>185.0</c:v>
                </c:pt>
                <c:pt idx="171">
                  <c:v>185.5</c:v>
                </c:pt>
                <c:pt idx="172">
                  <c:v>186.0</c:v>
                </c:pt>
                <c:pt idx="173">
                  <c:v>186.5</c:v>
                </c:pt>
                <c:pt idx="174">
                  <c:v>187.0</c:v>
                </c:pt>
                <c:pt idx="175">
                  <c:v>187.5</c:v>
                </c:pt>
                <c:pt idx="176">
                  <c:v>188.0</c:v>
                </c:pt>
                <c:pt idx="177">
                  <c:v>188.5</c:v>
                </c:pt>
                <c:pt idx="178">
                  <c:v>189.0</c:v>
                </c:pt>
                <c:pt idx="179">
                  <c:v>189.5</c:v>
                </c:pt>
                <c:pt idx="180">
                  <c:v>190.0</c:v>
                </c:pt>
                <c:pt idx="181">
                  <c:v>190.5</c:v>
                </c:pt>
                <c:pt idx="182">
                  <c:v>191.0</c:v>
                </c:pt>
                <c:pt idx="183">
                  <c:v>191.5</c:v>
                </c:pt>
                <c:pt idx="184">
                  <c:v>192.0</c:v>
                </c:pt>
                <c:pt idx="185">
                  <c:v>192.5</c:v>
                </c:pt>
                <c:pt idx="186">
                  <c:v>193.0</c:v>
                </c:pt>
                <c:pt idx="187">
                  <c:v>193.5</c:v>
                </c:pt>
                <c:pt idx="188">
                  <c:v>194.0</c:v>
                </c:pt>
                <c:pt idx="189">
                  <c:v>194.5</c:v>
                </c:pt>
                <c:pt idx="190">
                  <c:v>195.0</c:v>
                </c:pt>
                <c:pt idx="191">
                  <c:v>195.5</c:v>
                </c:pt>
                <c:pt idx="192">
                  <c:v>196.0</c:v>
                </c:pt>
                <c:pt idx="193">
                  <c:v>196.5</c:v>
                </c:pt>
                <c:pt idx="194">
                  <c:v>197.0</c:v>
                </c:pt>
                <c:pt idx="195">
                  <c:v>197.5</c:v>
                </c:pt>
                <c:pt idx="196">
                  <c:v>198.0</c:v>
                </c:pt>
                <c:pt idx="197">
                  <c:v>198.5</c:v>
                </c:pt>
                <c:pt idx="198">
                  <c:v>199.0</c:v>
                </c:pt>
                <c:pt idx="199">
                  <c:v>199.5</c:v>
                </c:pt>
                <c:pt idx="200">
                  <c:v>200.0</c:v>
                </c:pt>
                <c:pt idx="201">
                  <c:v>200.5</c:v>
                </c:pt>
                <c:pt idx="202">
                  <c:v>201.0</c:v>
                </c:pt>
                <c:pt idx="203">
                  <c:v>201.5</c:v>
                </c:pt>
                <c:pt idx="204">
                  <c:v>202.0</c:v>
                </c:pt>
                <c:pt idx="205">
                  <c:v>202.5</c:v>
                </c:pt>
                <c:pt idx="206">
                  <c:v>203.0</c:v>
                </c:pt>
                <c:pt idx="207">
                  <c:v>203.5</c:v>
                </c:pt>
                <c:pt idx="208">
                  <c:v>204.0</c:v>
                </c:pt>
                <c:pt idx="209">
                  <c:v>204.5</c:v>
                </c:pt>
                <c:pt idx="210">
                  <c:v>205.0</c:v>
                </c:pt>
                <c:pt idx="211">
                  <c:v>205.5</c:v>
                </c:pt>
                <c:pt idx="212">
                  <c:v>206.0</c:v>
                </c:pt>
                <c:pt idx="213">
                  <c:v>206.5</c:v>
                </c:pt>
                <c:pt idx="214">
                  <c:v>207.0</c:v>
                </c:pt>
                <c:pt idx="215">
                  <c:v>207.5</c:v>
                </c:pt>
                <c:pt idx="216">
                  <c:v>208.0</c:v>
                </c:pt>
                <c:pt idx="217">
                  <c:v>208.5</c:v>
                </c:pt>
                <c:pt idx="218">
                  <c:v>209.0</c:v>
                </c:pt>
                <c:pt idx="219">
                  <c:v>209.5</c:v>
                </c:pt>
                <c:pt idx="220">
                  <c:v>210.0</c:v>
                </c:pt>
                <c:pt idx="221">
                  <c:v>210.5</c:v>
                </c:pt>
                <c:pt idx="222">
                  <c:v>211.0</c:v>
                </c:pt>
                <c:pt idx="223">
                  <c:v>211.5</c:v>
                </c:pt>
                <c:pt idx="224">
                  <c:v>212.0</c:v>
                </c:pt>
                <c:pt idx="225">
                  <c:v>212.5</c:v>
                </c:pt>
                <c:pt idx="226">
                  <c:v>213.0</c:v>
                </c:pt>
                <c:pt idx="227">
                  <c:v>213.5</c:v>
                </c:pt>
                <c:pt idx="228">
                  <c:v>214.0</c:v>
                </c:pt>
                <c:pt idx="229">
                  <c:v>214.5</c:v>
                </c:pt>
                <c:pt idx="230">
                  <c:v>215.0</c:v>
                </c:pt>
                <c:pt idx="231">
                  <c:v>215.5</c:v>
                </c:pt>
                <c:pt idx="232">
                  <c:v>216.0</c:v>
                </c:pt>
                <c:pt idx="233">
                  <c:v>216.5</c:v>
                </c:pt>
                <c:pt idx="234">
                  <c:v>217.0</c:v>
                </c:pt>
                <c:pt idx="235">
                  <c:v>217.5</c:v>
                </c:pt>
                <c:pt idx="236">
                  <c:v>218.0</c:v>
                </c:pt>
                <c:pt idx="237">
                  <c:v>218.5</c:v>
                </c:pt>
                <c:pt idx="238">
                  <c:v>219.0</c:v>
                </c:pt>
                <c:pt idx="239">
                  <c:v>219.5</c:v>
                </c:pt>
                <c:pt idx="240">
                  <c:v>220.0</c:v>
                </c:pt>
              </c:numCache>
            </c:numRef>
          </c:xVal>
          <c:yVal>
            <c:numRef>
              <c:f>Sheet1!$B$245:$B$485</c:f>
              <c:numCache>
                <c:formatCode>General</c:formatCode>
                <c:ptCount val="241"/>
                <c:pt idx="0">
                  <c:v>-0.114812093490839</c:v>
                </c:pt>
                <c:pt idx="1">
                  <c:v>-0.122251402462272</c:v>
                </c:pt>
                <c:pt idx="2">
                  <c:v>-0.131099061606691</c:v>
                </c:pt>
                <c:pt idx="3">
                  <c:v>-0.141768903466379</c:v>
                </c:pt>
                <c:pt idx="4">
                  <c:v>-0.154846515662215</c:v>
                </c:pt>
                <c:pt idx="5">
                  <c:v>-0.171182541386779</c:v>
                </c:pt>
                <c:pt idx="6">
                  <c:v>-0.192050462697051</c:v>
                </c:pt>
                <c:pt idx="7">
                  <c:v>-0.219424589042301</c:v>
                </c:pt>
                <c:pt idx="8">
                  <c:v>-0.25649343106825</c:v>
                </c:pt>
                <c:pt idx="9">
                  <c:v>-0.308660520408689</c:v>
                </c:pt>
                <c:pt idx="10">
                  <c:v>-0.385619910991505</c:v>
                </c:pt>
                <c:pt idx="11">
                  <c:v>-0.505964605827184</c:v>
                </c:pt>
                <c:pt idx="12">
                  <c:v>-0.708126459881074</c:v>
                </c:pt>
                <c:pt idx="13">
                  <c:v>-1.07711492966476</c:v>
                </c:pt>
                <c:pt idx="14">
                  <c:v>-1.79711310459079</c:v>
                </c:pt>
                <c:pt idx="15">
                  <c:v>-3.04791273182647</c:v>
                </c:pt>
                <c:pt idx="16">
                  <c:v>-3.62462808700191</c:v>
                </c:pt>
                <c:pt idx="17">
                  <c:v>-2.3818710946827</c:v>
                </c:pt>
                <c:pt idx="18">
                  <c:v>-1.33682788786039</c:v>
                </c:pt>
                <c:pt idx="19">
                  <c:v>-0.809974153892534</c:v>
                </c:pt>
                <c:pt idx="20">
                  <c:v>-0.544132801140358</c:v>
                </c:pt>
                <c:pt idx="21">
                  <c:v>-0.399255753314861</c:v>
                </c:pt>
                <c:pt idx="22">
                  <c:v>-0.314334178893375</c:v>
                </c:pt>
                <c:pt idx="23">
                  <c:v>-0.261658072998351</c:v>
                </c:pt>
                <c:pt idx="24">
                  <c:v>-0.22763929415428</c:v>
                </c:pt>
                <c:pt idx="25">
                  <c:v>-0.205111359891031</c:v>
                </c:pt>
                <c:pt idx="26">
                  <c:v>-0.190053585610425</c:v>
                </c:pt>
                <c:pt idx="27">
                  <c:v>-0.180094734473837</c:v>
                </c:pt>
                <c:pt idx="28">
                  <c:v>-0.173783010246536</c:v>
                </c:pt>
                <c:pt idx="29">
                  <c:v>-0.170209534991428</c:v>
                </c:pt>
                <c:pt idx="30">
                  <c:v>-0.1688054027299</c:v>
                </c:pt>
                <c:pt idx="31">
                  <c:v>-0.169228094106051</c:v>
                </c:pt>
                <c:pt idx="32">
                  <c:v>-0.171292933599136</c:v>
                </c:pt>
                <c:pt idx="33">
                  <c:v>-0.174918445296435</c:v>
                </c:pt>
                <c:pt idx="34">
                  <c:v>-0.180051389487283</c:v>
                </c:pt>
                <c:pt idx="35">
                  <c:v>-0.186531412192386</c:v>
                </c:pt>
                <c:pt idx="36">
                  <c:v>-0.193896371467557</c:v>
                </c:pt>
                <c:pt idx="37">
                  <c:v>-0.201296771385147</c:v>
                </c:pt>
                <c:pt idx="38">
                  <c:v>-0.207830556535973</c:v>
                </c:pt>
                <c:pt idx="39">
                  <c:v>-0.21318238809745</c:v>
                </c:pt>
                <c:pt idx="40">
                  <c:v>-0.217812332607693</c:v>
                </c:pt>
                <c:pt idx="41">
                  <c:v>-0.222490869134495</c:v>
                </c:pt>
                <c:pt idx="42">
                  <c:v>-0.227836397030975</c:v>
                </c:pt>
                <c:pt idx="43">
                  <c:v>-0.234208973370465</c:v>
                </c:pt>
                <c:pt idx="44">
                  <c:v>-0.241801685000027</c:v>
                </c:pt>
                <c:pt idx="45">
                  <c:v>-0.250748891959671</c:v>
                </c:pt>
                <c:pt idx="46">
                  <c:v>-0.261199603615055</c:v>
                </c:pt>
                <c:pt idx="47">
                  <c:v>-0.273365150557664</c:v>
                </c:pt>
                <c:pt idx="48">
                  <c:v>-0.287559947798443</c:v>
                </c:pt>
                <c:pt idx="49">
                  <c:v>-0.304251804285014</c:v>
                </c:pt>
                <c:pt idx="50">
                  <c:v>-0.324138750331806</c:v>
                </c:pt>
                <c:pt idx="51">
                  <c:v>-0.348277114278584</c:v>
                </c:pt>
                <c:pt idx="52">
                  <c:v>-0.378305543566304</c:v>
                </c:pt>
                <c:pt idx="53">
                  <c:v>-0.416854250773912</c:v>
                </c:pt>
                <c:pt idx="54">
                  <c:v>-0.468329275093891</c:v>
                </c:pt>
                <c:pt idx="55">
                  <c:v>-0.540496936941527</c:v>
                </c:pt>
                <c:pt idx="56">
                  <c:v>-0.647860028905654</c:v>
                </c:pt>
                <c:pt idx="57">
                  <c:v>-0.819119223408814</c:v>
                </c:pt>
                <c:pt idx="58">
                  <c:v>-1.11284518144492</c:v>
                </c:pt>
                <c:pt idx="59">
                  <c:v>-1.63416866588526</c:v>
                </c:pt>
                <c:pt idx="60">
                  <c:v>-2.39721003910782</c:v>
                </c:pt>
                <c:pt idx="61">
                  <c:v>-2.64673473862575</c:v>
                </c:pt>
                <c:pt idx="62">
                  <c:v>-1.92567008568975</c:v>
                </c:pt>
                <c:pt idx="63">
                  <c:v>-1.26079792286551</c:v>
                </c:pt>
                <c:pt idx="64">
                  <c:v>-0.900303940578322</c:v>
                </c:pt>
                <c:pt idx="65">
                  <c:v>-0.716059378706516</c:v>
                </c:pt>
                <c:pt idx="66">
                  <c:v>-0.619374490835519</c:v>
                </c:pt>
                <c:pt idx="67">
                  <c:v>-0.56787278271026</c:v>
                </c:pt>
                <c:pt idx="68">
                  <c:v>-0.541401302786863</c:v>
                </c:pt>
                <c:pt idx="69">
                  <c:v>-0.529830678983705</c:v>
                </c:pt>
                <c:pt idx="70">
                  <c:v>-0.527748418433105</c:v>
                </c:pt>
                <c:pt idx="71">
                  <c:v>-0.532100233550777</c:v>
                </c:pt>
                <c:pt idx="72">
                  <c:v>-0.541082854598668</c:v>
                </c:pt>
                <c:pt idx="73">
                  <c:v>-0.553593264940851</c:v>
                </c:pt>
                <c:pt idx="74">
                  <c:v>-0.568939592539451</c:v>
                </c:pt>
                <c:pt idx="75">
                  <c:v>-0.586681925569529</c:v>
                </c:pt>
                <c:pt idx="76">
                  <c:v>-0.606540929297988</c:v>
                </c:pt>
                <c:pt idx="77">
                  <c:v>-0.628343457086218</c:v>
                </c:pt>
                <c:pt idx="78">
                  <c:v>-0.651989165442596</c:v>
                </c:pt>
                <c:pt idx="79">
                  <c:v>-0.677429487620983</c:v>
                </c:pt>
                <c:pt idx="80">
                  <c:v>-0.704654117810788</c:v>
                </c:pt>
                <c:pt idx="81">
                  <c:v>-0.733682197785449</c:v>
                </c:pt>
                <c:pt idx="82">
                  <c:v>-0.764556531926136</c:v>
                </c:pt>
                <c:pt idx="83">
                  <c:v>-0.797339807017051</c:v>
                </c:pt>
                <c:pt idx="84">
                  <c:v>-0.832112177118498</c:v>
                </c:pt>
                <c:pt idx="85">
                  <c:v>-0.868969806468418</c:v>
                </c:pt>
                <c:pt idx="86">
                  <c:v>-0.908024107900048</c:v>
                </c:pt>
                <c:pt idx="87">
                  <c:v>-0.949401506266854</c:v>
                </c:pt>
                <c:pt idx="88">
                  <c:v>-0.993243616396273</c:v>
                </c:pt>
                <c:pt idx="89">
                  <c:v>-1.03970776532728</c:v>
                </c:pt>
                <c:pt idx="90">
                  <c:v>-1.08896781640371</c:v>
                </c:pt>
                <c:pt idx="91">
                  <c:v>-1.1412152727762</c:v>
                </c:pt>
                <c:pt idx="92">
                  <c:v>-1.19666065292646</c:v>
                </c:pt>
                <c:pt idx="93">
                  <c:v>-1.25553514288126</c:v>
                </c:pt>
                <c:pt idx="94">
                  <c:v>-1.3180925401349</c:v>
                </c:pt>
                <c:pt idx="95">
                  <c:v>-1.38461151388703</c:v>
                </c:pt>
                <c:pt idx="96">
                  <c:v>-1.45539821575521</c:v>
                </c:pt>
                <c:pt idx="97">
                  <c:v>-1.53078928525711</c:v>
                </c:pt>
                <c:pt idx="98">
                  <c:v>-1.61115530566117</c:v>
                </c:pt>
                <c:pt idx="99">
                  <c:v>-1.6969047788876</c:v>
                </c:pt>
                <c:pt idx="100">
                  <c:v>-1.78848870369716</c:v>
                </c:pt>
                <c:pt idx="101">
                  <c:v>-1.88640586026742</c:v>
                </c:pt>
                <c:pt idx="102">
                  <c:v>-1.99120892747087</c:v>
                </c:pt>
                <c:pt idx="103">
                  <c:v>-2.10351158808152</c:v>
                </c:pt>
                <c:pt idx="104">
                  <c:v>-2.22399681351137</c:v>
                </c:pt>
                <c:pt idx="105">
                  <c:v>-2.35342656586449</c:v>
                </c:pt>
                <c:pt idx="106">
                  <c:v>-2.4926532142519</c:v>
                </c:pt>
                <c:pt idx="107">
                  <c:v>-2.64263303873648</c:v>
                </c:pt>
                <c:pt idx="108">
                  <c:v>-2.80444229487721</c:v>
                </c:pt>
                <c:pt idx="109">
                  <c:v>-2.97929644281724</c:v>
                </c:pt>
                <c:pt idx="110">
                  <c:v>-3.16857331871144</c:v>
                </c:pt>
                <c:pt idx="111">
                  <c:v>-3.37384125932881</c:v>
                </c:pt>
                <c:pt idx="112">
                  <c:v>-3.59689350629336</c:v>
                </c:pt>
                <c:pt idx="113">
                  <c:v>-3.83979064861482</c:v>
                </c:pt>
                <c:pt idx="114">
                  <c:v>-4.10491346084349</c:v>
                </c:pt>
                <c:pt idx="115">
                  <c:v>-4.39502933370698</c:v>
                </c:pt>
                <c:pt idx="116">
                  <c:v>-4.71337668658205</c:v>
                </c:pt>
                <c:pt idx="117">
                  <c:v>-5.06377346787275</c:v>
                </c:pt>
                <c:pt idx="118">
                  <c:v>-5.45075835485636</c:v>
                </c:pt>
                <c:pt idx="119">
                  <c:v>-5.87977697103242</c:v>
                </c:pt>
                <c:pt idx="120">
                  <c:v>-6.35743099067963</c:v>
                </c:pt>
                <c:pt idx="121">
                  <c:v>-6.89181639473518</c:v>
                </c:pt>
                <c:pt idx="122">
                  <c:v>-7.49298986801339</c:v>
                </c:pt>
                <c:pt idx="123">
                  <c:v>-8.17362136860714</c:v>
                </c:pt>
                <c:pt idx="124">
                  <c:v>-8.94991792039477</c:v>
                </c:pt>
                <c:pt idx="125">
                  <c:v>-9.84293559021047</c:v>
                </c:pt>
                <c:pt idx="126">
                  <c:v>-10.8804060677036</c:v>
                </c:pt>
                <c:pt idx="127">
                  <c:v>-12.0990565843884</c:v>
                </c:pt>
                <c:pt idx="128">
                  <c:v>-13.5464908678454</c:v>
                </c:pt>
                <c:pt idx="129">
                  <c:v>-15.2772749152998</c:v>
                </c:pt>
                <c:pt idx="130">
                  <c:v>-17.3174032689208</c:v>
                </c:pt>
                <c:pt idx="131">
                  <c:v>-19.4889688592868</c:v>
                </c:pt>
                <c:pt idx="132">
                  <c:v>-20.9036575746692</c:v>
                </c:pt>
                <c:pt idx="133">
                  <c:v>-20.270131266935</c:v>
                </c:pt>
                <c:pt idx="134">
                  <c:v>-18.1985848278379</c:v>
                </c:pt>
                <c:pt idx="135">
                  <c:v>-15.9863149035786</c:v>
                </c:pt>
                <c:pt idx="136">
                  <c:v>-14.0724322213125</c:v>
                </c:pt>
                <c:pt idx="137">
                  <c:v>-12.4949373772851</c:v>
                </c:pt>
                <c:pt idx="138">
                  <c:v>-11.2110410794807</c:v>
                </c:pt>
                <c:pt idx="139">
                  <c:v>-10.1745383407364</c:v>
                </c:pt>
                <c:pt idx="140">
                  <c:v>-9.34815485812102</c:v>
                </c:pt>
                <c:pt idx="141">
                  <c:v>-8.70274904809962</c:v>
                </c:pt>
                <c:pt idx="142">
                  <c:v>-8.21467791574803</c:v>
                </c:pt>
                <c:pt idx="143">
                  <c:v>-7.86356368175714</c:v>
                </c:pt>
                <c:pt idx="144">
                  <c:v>-7.63075483322057</c:v>
                </c:pt>
                <c:pt idx="145">
                  <c:v>-7.49838083600128</c:v>
                </c:pt>
                <c:pt idx="146">
                  <c:v>-7.44884590660139</c:v>
                </c:pt>
                <c:pt idx="147">
                  <c:v>-7.46463101036176</c:v>
                </c:pt>
                <c:pt idx="148">
                  <c:v>-7.52831609382492</c:v>
                </c:pt>
                <c:pt idx="149">
                  <c:v>-7.62277767134859</c:v>
                </c:pt>
                <c:pt idx="150">
                  <c:v>-7.73154656822696</c:v>
                </c:pt>
                <c:pt idx="151">
                  <c:v>-7.83931513919709</c:v>
                </c:pt>
                <c:pt idx="152">
                  <c:v>-7.93255775449914</c:v>
                </c:pt>
                <c:pt idx="153">
                  <c:v>-8.00018100897186</c:v>
                </c:pt>
                <c:pt idx="154">
                  <c:v>-8.03407468042198</c:v>
                </c:pt>
                <c:pt idx="155">
                  <c:v>-8.02942239066906</c:v>
                </c:pt>
                <c:pt idx="156">
                  <c:v>-7.98467267627739</c:v>
                </c:pt>
                <c:pt idx="157">
                  <c:v>-7.90115820075561</c:v>
                </c:pt>
                <c:pt idx="158">
                  <c:v>-7.78244593486924</c:v>
                </c:pt>
                <c:pt idx="159">
                  <c:v>-7.63356154270299</c:v>
                </c:pt>
                <c:pt idx="160">
                  <c:v>-7.46023613592971</c:v>
                </c:pt>
                <c:pt idx="161">
                  <c:v>-7.26828308458089</c:v>
                </c:pt>
                <c:pt idx="162">
                  <c:v>-7.06315438620449</c:v>
                </c:pt>
                <c:pt idx="163">
                  <c:v>-6.84967562319779</c:v>
                </c:pt>
                <c:pt idx="164">
                  <c:v>-6.63192800019408</c:v>
                </c:pt>
                <c:pt idx="165">
                  <c:v>-6.41323510110177</c:v>
                </c:pt>
                <c:pt idx="166">
                  <c:v>-6.19621438454816</c:v>
                </c:pt>
                <c:pt idx="167">
                  <c:v>-5.9828619913427</c:v>
                </c:pt>
                <c:pt idx="168">
                  <c:v>-5.77464918809564</c:v>
                </c:pt>
                <c:pt idx="169">
                  <c:v>-5.57261715534426</c:v>
                </c:pt>
                <c:pt idx="170">
                  <c:v>-5.37746301959863</c:v>
                </c:pt>
                <c:pt idx="171">
                  <c:v>-5.18961412856945</c:v>
                </c:pt>
                <c:pt idx="172">
                  <c:v>-5.0092900333476</c:v>
                </c:pt>
                <c:pt idx="173">
                  <c:v>-4.83655296863397</c:v>
                </c:pt>
                <c:pt idx="174">
                  <c:v>-4.67134822476854</c:v>
                </c:pt>
                <c:pt idx="175">
                  <c:v>-4.51353598129321</c:v>
                </c:pt>
                <c:pt idx="176">
                  <c:v>-4.36291611821817</c:v>
                </c:pt>
                <c:pt idx="177">
                  <c:v>-4.21924735969777</c:v>
                </c:pt>
                <c:pt idx="178">
                  <c:v>-4.08226190581623</c:v>
                </c:pt>
                <c:pt idx="179">
                  <c:v>-3.95167650935679</c:v>
                </c:pt>
                <c:pt idx="180">
                  <c:v>-3.82720077386691</c:v>
                </c:pt>
                <c:pt idx="181">
                  <c:v>-3.70854329391598</c:v>
                </c:pt>
                <c:pt idx="182">
                  <c:v>-3.59541612907875</c:v>
                </c:pt>
                <c:pt idx="183">
                  <c:v>-3.487537997853</c:v>
                </c:pt>
                <c:pt idx="184">
                  <c:v>-3.38463649326772</c:v>
                </c:pt>
                <c:pt idx="185">
                  <c:v>-3.28644955493733</c:v>
                </c:pt>
                <c:pt idx="186">
                  <c:v>-3.19272637956435</c:v>
                </c:pt>
                <c:pt idx="187">
                  <c:v>-3.10322791058247</c:v>
                </c:pt>
                <c:pt idx="188">
                  <c:v>-3.01772701540696</c:v>
                </c:pt>
                <c:pt idx="189">
                  <c:v>-2.93600843369367</c:v>
                </c:pt>
                <c:pt idx="190">
                  <c:v>-2.85786856054994</c:v>
                </c:pt>
                <c:pt idx="191">
                  <c:v>-2.78311511356118</c:v>
                </c:pt>
                <c:pt idx="192">
                  <c:v>-2.71156672082383</c:v>
                </c:pt>
                <c:pt idx="193">
                  <c:v>-2.64305245815119</c:v>
                </c:pt>
                <c:pt idx="194">
                  <c:v>-2.57741135664902</c:v>
                </c:pt>
                <c:pt idx="195">
                  <c:v>-2.51449189648295</c:v>
                </c:pt>
                <c:pt idx="196">
                  <c:v>-2.45415149852053</c:v>
                </c:pt>
                <c:pt idx="197">
                  <c:v>-2.39625602234991</c:v>
                </c:pt>
                <c:pt idx="198">
                  <c:v>-2.34067927673912</c:v>
                </c:pt>
                <c:pt idx="199">
                  <c:v>-2.28730254673649</c:v>
                </c:pt>
                <c:pt idx="200">
                  <c:v>-2.2360141401964</c:v>
                </c:pt>
                <c:pt idx="201">
                  <c:v>-2.18670895544144</c:v>
                </c:pt>
                <c:pt idx="202">
                  <c:v>-2.13928807096798</c:v>
                </c:pt>
                <c:pt idx="203">
                  <c:v>-2.09365835750215</c:v>
                </c:pt>
                <c:pt idx="204">
                  <c:v>-2.0497321122745</c:v>
                </c:pt>
                <c:pt idx="205">
                  <c:v>-2.00742671506327</c:v>
                </c:pt>
                <c:pt idx="206">
                  <c:v>-1.96666430533358</c:v>
                </c:pt>
                <c:pt idx="207">
                  <c:v>-1.927371479648</c:v>
                </c:pt>
                <c:pt idx="208">
                  <c:v>-1.88947900842715</c:v>
                </c:pt>
                <c:pt idx="209">
                  <c:v>-1.85292157108358</c:v>
                </c:pt>
                <c:pt idx="210">
                  <c:v>-1.81763750852716</c:v>
                </c:pt>
                <c:pt idx="211">
                  <c:v>-1.78356859203902</c:v>
                </c:pt>
                <c:pt idx="212">
                  <c:v>-1.75065980752546</c:v>
                </c:pt>
                <c:pt idx="213">
                  <c:v>-1.7188591541905</c:v>
                </c:pt>
                <c:pt idx="214">
                  <c:v>-1.68811745670062</c:v>
                </c:pt>
                <c:pt idx="215">
                  <c:v>-1.65838818995601</c:v>
                </c:pt>
                <c:pt idx="216">
                  <c:v>-1.62962731562612</c:v>
                </c:pt>
                <c:pt idx="217">
                  <c:v>-1.60179312965305</c:v>
                </c:pt>
                <c:pt idx="218">
                  <c:v>-1.57484611997225</c:v>
                </c:pt>
                <c:pt idx="219">
                  <c:v>-1.54874883374559</c:v>
                </c:pt>
                <c:pt idx="220">
                  <c:v>-1.52346575344626</c:v>
                </c:pt>
                <c:pt idx="221">
                  <c:v>-1.49896318117828</c:v>
                </c:pt>
                <c:pt idx="222">
                  <c:v>-1.47520913065433</c:v>
                </c:pt>
                <c:pt idx="223">
                  <c:v>-1.45217322629533</c:v>
                </c:pt>
                <c:pt idx="224">
                  <c:v>-1.42982660895184</c:v>
                </c:pt>
                <c:pt idx="225">
                  <c:v>-1.40814184778317</c:v>
                </c:pt>
                <c:pt idx="226">
                  <c:v>-1.38709285786202</c:v>
                </c:pt>
                <c:pt idx="227">
                  <c:v>-1.36665482310452</c:v>
                </c:pt>
                <c:pt idx="228">
                  <c:v>-1.34680412415322</c:v>
                </c:pt>
                <c:pt idx="229">
                  <c:v>-1.32751827086831</c:v>
                </c:pt>
                <c:pt idx="230">
                  <c:v>-1.30877583910694</c:v>
                </c:pt>
                <c:pt idx="231">
                  <c:v>-1.29055641149373</c:v>
                </c:pt>
                <c:pt idx="232">
                  <c:v>-1.27284052190755</c:v>
                </c:pt>
                <c:pt idx="233">
                  <c:v>-1.2556096034291</c:v>
                </c:pt>
                <c:pt idx="234">
                  <c:v>-1.23884593951291</c:v>
                </c:pt>
                <c:pt idx="235">
                  <c:v>-1.22253261816429</c:v>
                </c:pt>
                <c:pt idx="236">
                  <c:v>-1.20665348891765</c:v>
                </c:pt>
                <c:pt idx="237">
                  <c:v>-1.19119312242756</c:v>
                </c:pt>
                <c:pt idx="238">
                  <c:v>-1.17613677249742</c:v>
                </c:pt>
                <c:pt idx="239">
                  <c:v>-1.16147034038307</c:v>
                </c:pt>
                <c:pt idx="240">
                  <c:v>-1.14718034122077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Sheet1!$B$487</c:f>
              <c:strCache>
                <c:ptCount val="1"/>
                <c:pt idx="0">
                  <c:v>260 μm</c:v>
                </c:pt>
              </c:strCache>
            </c:strRef>
          </c:tx>
          <c:spPr>
            <a:ln w="20955">
              <a:solidFill>
                <a:srgbClr val="AD741B"/>
              </a:solidFill>
            </a:ln>
          </c:spPr>
          <c:marker>
            <c:symbol val="none"/>
          </c:marker>
          <c:xVal>
            <c:numRef>
              <c:f>Sheet1!$A$488:$A$728</c:f>
              <c:numCache>
                <c:formatCode>General</c:formatCode>
                <c:ptCount val="241"/>
                <c:pt idx="0">
                  <c:v>100.0</c:v>
                </c:pt>
                <c:pt idx="1">
                  <c:v>100.5</c:v>
                </c:pt>
                <c:pt idx="2">
                  <c:v>101.0</c:v>
                </c:pt>
                <c:pt idx="3">
                  <c:v>101.5</c:v>
                </c:pt>
                <c:pt idx="4">
                  <c:v>102.0</c:v>
                </c:pt>
                <c:pt idx="5">
                  <c:v>102.5</c:v>
                </c:pt>
                <c:pt idx="6">
                  <c:v>103.0</c:v>
                </c:pt>
                <c:pt idx="7">
                  <c:v>103.5</c:v>
                </c:pt>
                <c:pt idx="8">
                  <c:v>104.0</c:v>
                </c:pt>
                <c:pt idx="9">
                  <c:v>104.5</c:v>
                </c:pt>
                <c:pt idx="10">
                  <c:v>105.0</c:v>
                </c:pt>
                <c:pt idx="11">
                  <c:v>105.5</c:v>
                </c:pt>
                <c:pt idx="12">
                  <c:v>106.0</c:v>
                </c:pt>
                <c:pt idx="13">
                  <c:v>106.5</c:v>
                </c:pt>
                <c:pt idx="14">
                  <c:v>107.0</c:v>
                </c:pt>
                <c:pt idx="15">
                  <c:v>107.5</c:v>
                </c:pt>
                <c:pt idx="16">
                  <c:v>108.0</c:v>
                </c:pt>
                <c:pt idx="17">
                  <c:v>108.5</c:v>
                </c:pt>
                <c:pt idx="18">
                  <c:v>109.0</c:v>
                </c:pt>
                <c:pt idx="19">
                  <c:v>109.5</c:v>
                </c:pt>
                <c:pt idx="20">
                  <c:v>110.0</c:v>
                </c:pt>
                <c:pt idx="21">
                  <c:v>110.5</c:v>
                </c:pt>
                <c:pt idx="22">
                  <c:v>111.0</c:v>
                </c:pt>
                <c:pt idx="23">
                  <c:v>111.5</c:v>
                </c:pt>
                <c:pt idx="24">
                  <c:v>112.0</c:v>
                </c:pt>
                <c:pt idx="25">
                  <c:v>112.5</c:v>
                </c:pt>
                <c:pt idx="26">
                  <c:v>113.0</c:v>
                </c:pt>
                <c:pt idx="27">
                  <c:v>113.5</c:v>
                </c:pt>
                <c:pt idx="28">
                  <c:v>114.0</c:v>
                </c:pt>
                <c:pt idx="29">
                  <c:v>114.5</c:v>
                </c:pt>
                <c:pt idx="30">
                  <c:v>115.0</c:v>
                </c:pt>
                <c:pt idx="31">
                  <c:v>115.5</c:v>
                </c:pt>
                <c:pt idx="32">
                  <c:v>116.0</c:v>
                </c:pt>
                <c:pt idx="33">
                  <c:v>116.5</c:v>
                </c:pt>
                <c:pt idx="34">
                  <c:v>117.0</c:v>
                </c:pt>
                <c:pt idx="35">
                  <c:v>117.5</c:v>
                </c:pt>
                <c:pt idx="36">
                  <c:v>118.0</c:v>
                </c:pt>
                <c:pt idx="37">
                  <c:v>118.5</c:v>
                </c:pt>
                <c:pt idx="38">
                  <c:v>119.0</c:v>
                </c:pt>
                <c:pt idx="39">
                  <c:v>119.5</c:v>
                </c:pt>
                <c:pt idx="40">
                  <c:v>120.0</c:v>
                </c:pt>
                <c:pt idx="41">
                  <c:v>120.5</c:v>
                </c:pt>
                <c:pt idx="42">
                  <c:v>121.0</c:v>
                </c:pt>
                <c:pt idx="43">
                  <c:v>121.5</c:v>
                </c:pt>
                <c:pt idx="44">
                  <c:v>122.0</c:v>
                </c:pt>
                <c:pt idx="45">
                  <c:v>122.5</c:v>
                </c:pt>
                <c:pt idx="46">
                  <c:v>123.0</c:v>
                </c:pt>
                <c:pt idx="47">
                  <c:v>123.5</c:v>
                </c:pt>
                <c:pt idx="48">
                  <c:v>124.0</c:v>
                </c:pt>
                <c:pt idx="49">
                  <c:v>124.5</c:v>
                </c:pt>
                <c:pt idx="50">
                  <c:v>125.0</c:v>
                </c:pt>
                <c:pt idx="51">
                  <c:v>125.5</c:v>
                </c:pt>
                <c:pt idx="52">
                  <c:v>126.0</c:v>
                </c:pt>
                <c:pt idx="53">
                  <c:v>126.5</c:v>
                </c:pt>
                <c:pt idx="54">
                  <c:v>127.0</c:v>
                </c:pt>
                <c:pt idx="55">
                  <c:v>127.5</c:v>
                </c:pt>
                <c:pt idx="56">
                  <c:v>128.0</c:v>
                </c:pt>
                <c:pt idx="57">
                  <c:v>128.5</c:v>
                </c:pt>
                <c:pt idx="58">
                  <c:v>129.0</c:v>
                </c:pt>
                <c:pt idx="59">
                  <c:v>129.5</c:v>
                </c:pt>
                <c:pt idx="60">
                  <c:v>130.0</c:v>
                </c:pt>
                <c:pt idx="61">
                  <c:v>130.5</c:v>
                </c:pt>
                <c:pt idx="62">
                  <c:v>131.0</c:v>
                </c:pt>
                <c:pt idx="63">
                  <c:v>131.5</c:v>
                </c:pt>
                <c:pt idx="64">
                  <c:v>132.0</c:v>
                </c:pt>
                <c:pt idx="65">
                  <c:v>132.5</c:v>
                </c:pt>
                <c:pt idx="66">
                  <c:v>133.0</c:v>
                </c:pt>
                <c:pt idx="67">
                  <c:v>133.5</c:v>
                </c:pt>
                <c:pt idx="68">
                  <c:v>134.0</c:v>
                </c:pt>
                <c:pt idx="69">
                  <c:v>134.5</c:v>
                </c:pt>
                <c:pt idx="70">
                  <c:v>135.0</c:v>
                </c:pt>
                <c:pt idx="71">
                  <c:v>135.5</c:v>
                </c:pt>
                <c:pt idx="72">
                  <c:v>136.0</c:v>
                </c:pt>
                <c:pt idx="73">
                  <c:v>136.5</c:v>
                </c:pt>
                <c:pt idx="74">
                  <c:v>137.0</c:v>
                </c:pt>
                <c:pt idx="75">
                  <c:v>137.5</c:v>
                </c:pt>
                <c:pt idx="76">
                  <c:v>138.0</c:v>
                </c:pt>
                <c:pt idx="77">
                  <c:v>138.5</c:v>
                </c:pt>
                <c:pt idx="78">
                  <c:v>139.0</c:v>
                </c:pt>
                <c:pt idx="79">
                  <c:v>139.5</c:v>
                </c:pt>
                <c:pt idx="80">
                  <c:v>140.0</c:v>
                </c:pt>
                <c:pt idx="81">
                  <c:v>140.5</c:v>
                </c:pt>
                <c:pt idx="82">
                  <c:v>141.0</c:v>
                </c:pt>
                <c:pt idx="83">
                  <c:v>141.5</c:v>
                </c:pt>
                <c:pt idx="84">
                  <c:v>142.0</c:v>
                </c:pt>
                <c:pt idx="85">
                  <c:v>142.5</c:v>
                </c:pt>
                <c:pt idx="86">
                  <c:v>143.0</c:v>
                </c:pt>
                <c:pt idx="87">
                  <c:v>143.5</c:v>
                </c:pt>
                <c:pt idx="88">
                  <c:v>144.0</c:v>
                </c:pt>
                <c:pt idx="89">
                  <c:v>144.5</c:v>
                </c:pt>
                <c:pt idx="90">
                  <c:v>145.0</c:v>
                </c:pt>
                <c:pt idx="91">
                  <c:v>145.5</c:v>
                </c:pt>
                <c:pt idx="92">
                  <c:v>146.0</c:v>
                </c:pt>
                <c:pt idx="93">
                  <c:v>146.5</c:v>
                </c:pt>
                <c:pt idx="94">
                  <c:v>147.0</c:v>
                </c:pt>
                <c:pt idx="95">
                  <c:v>147.5</c:v>
                </c:pt>
                <c:pt idx="96">
                  <c:v>148.0</c:v>
                </c:pt>
                <c:pt idx="97">
                  <c:v>148.5</c:v>
                </c:pt>
                <c:pt idx="98">
                  <c:v>149.0</c:v>
                </c:pt>
                <c:pt idx="99">
                  <c:v>149.5</c:v>
                </c:pt>
                <c:pt idx="100">
                  <c:v>150.0</c:v>
                </c:pt>
                <c:pt idx="101">
                  <c:v>150.5</c:v>
                </c:pt>
                <c:pt idx="102">
                  <c:v>151.0</c:v>
                </c:pt>
                <c:pt idx="103">
                  <c:v>151.5</c:v>
                </c:pt>
                <c:pt idx="104">
                  <c:v>152.0</c:v>
                </c:pt>
                <c:pt idx="105">
                  <c:v>152.5</c:v>
                </c:pt>
                <c:pt idx="106">
                  <c:v>153.0</c:v>
                </c:pt>
                <c:pt idx="107">
                  <c:v>153.5</c:v>
                </c:pt>
                <c:pt idx="108">
                  <c:v>154.0</c:v>
                </c:pt>
                <c:pt idx="109">
                  <c:v>154.5</c:v>
                </c:pt>
                <c:pt idx="110">
                  <c:v>155.0</c:v>
                </c:pt>
                <c:pt idx="111">
                  <c:v>155.5</c:v>
                </c:pt>
                <c:pt idx="112">
                  <c:v>156.0</c:v>
                </c:pt>
                <c:pt idx="113">
                  <c:v>156.5</c:v>
                </c:pt>
                <c:pt idx="114">
                  <c:v>157.0</c:v>
                </c:pt>
                <c:pt idx="115">
                  <c:v>157.5</c:v>
                </c:pt>
                <c:pt idx="116">
                  <c:v>158.0</c:v>
                </c:pt>
                <c:pt idx="117">
                  <c:v>158.5</c:v>
                </c:pt>
                <c:pt idx="118">
                  <c:v>159.0</c:v>
                </c:pt>
                <c:pt idx="119">
                  <c:v>159.5</c:v>
                </c:pt>
                <c:pt idx="120">
                  <c:v>160.0</c:v>
                </c:pt>
                <c:pt idx="121">
                  <c:v>160.5</c:v>
                </c:pt>
                <c:pt idx="122">
                  <c:v>161.0</c:v>
                </c:pt>
                <c:pt idx="123">
                  <c:v>161.5</c:v>
                </c:pt>
                <c:pt idx="124">
                  <c:v>162.0</c:v>
                </c:pt>
                <c:pt idx="125">
                  <c:v>162.5</c:v>
                </c:pt>
                <c:pt idx="126">
                  <c:v>163.0</c:v>
                </c:pt>
                <c:pt idx="127">
                  <c:v>163.5</c:v>
                </c:pt>
                <c:pt idx="128">
                  <c:v>164.0</c:v>
                </c:pt>
                <c:pt idx="129">
                  <c:v>164.5</c:v>
                </c:pt>
                <c:pt idx="130">
                  <c:v>165.0</c:v>
                </c:pt>
                <c:pt idx="131">
                  <c:v>165.5</c:v>
                </c:pt>
                <c:pt idx="132">
                  <c:v>166.0</c:v>
                </c:pt>
                <c:pt idx="133">
                  <c:v>166.5</c:v>
                </c:pt>
                <c:pt idx="134">
                  <c:v>167.0</c:v>
                </c:pt>
                <c:pt idx="135">
                  <c:v>167.5</c:v>
                </c:pt>
                <c:pt idx="136">
                  <c:v>168.0</c:v>
                </c:pt>
                <c:pt idx="137">
                  <c:v>168.5</c:v>
                </c:pt>
                <c:pt idx="138">
                  <c:v>169.0</c:v>
                </c:pt>
                <c:pt idx="139">
                  <c:v>169.5</c:v>
                </c:pt>
                <c:pt idx="140">
                  <c:v>170.0</c:v>
                </c:pt>
                <c:pt idx="141">
                  <c:v>170.5</c:v>
                </c:pt>
                <c:pt idx="142">
                  <c:v>171.0</c:v>
                </c:pt>
                <c:pt idx="143">
                  <c:v>171.5</c:v>
                </c:pt>
                <c:pt idx="144">
                  <c:v>172.0</c:v>
                </c:pt>
                <c:pt idx="145">
                  <c:v>172.5</c:v>
                </c:pt>
                <c:pt idx="146">
                  <c:v>173.0</c:v>
                </c:pt>
                <c:pt idx="147">
                  <c:v>173.5</c:v>
                </c:pt>
                <c:pt idx="148">
                  <c:v>174.0</c:v>
                </c:pt>
                <c:pt idx="149">
                  <c:v>174.5</c:v>
                </c:pt>
                <c:pt idx="150">
                  <c:v>175.0</c:v>
                </c:pt>
                <c:pt idx="151">
                  <c:v>175.5</c:v>
                </c:pt>
                <c:pt idx="152">
                  <c:v>176.0</c:v>
                </c:pt>
                <c:pt idx="153">
                  <c:v>176.5</c:v>
                </c:pt>
                <c:pt idx="154">
                  <c:v>177.0</c:v>
                </c:pt>
                <c:pt idx="155">
                  <c:v>177.5</c:v>
                </c:pt>
                <c:pt idx="156">
                  <c:v>178.0</c:v>
                </c:pt>
                <c:pt idx="157">
                  <c:v>178.5</c:v>
                </c:pt>
                <c:pt idx="158">
                  <c:v>179.0</c:v>
                </c:pt>
                <c:pt idx="159">
                  <c:v>179.5</c:v>
                </c:pt>
                <c:pt idx="160">
                  <c:v>180.0</c:v>
                </c:pt>
                <c:pt idx="161">
                  <c:v>180.5</c:v>
                </c:pt>
                <c:pt idx="162">
                  <c:v>181.0</c:v>
                </c:pt>
                <c:pt idx="163">
                  <c:v>181.5</c:v>
                </c:pt>
                <c:pt idx="164">
                  <c:v>182.0</c:v>
                </c:pt>
                <c:pt idx="165">
                  <c:v>182.5</c:v>
                </c:pt>
                <c:pt idx="166">
                  <c:v>183.0</c:v>
                </c:pt>
                <c:pt idx="167">
                  <c:v>183.5</c:v>
                </c:pt>
                <c:pt idx="168">
                  <c:v>184.0</c:v>
                </c:pt>
                <c:pt idx="169">
                  <c:v>184.5</c:v>
                </c:pt>
                <c:pt idx="170">
                  <c:v>185.0</c:v>
                </c:pt>
                <c:pt idx="171">
                  <c:v>185.5</c:v>
                </c:pt>
                <c:pt idx="172">
                  <c:v>186.0</c:v>
                </c:pt>
                <c:pt idx="173">
                  <c:v>186.5</c:v>
                </c:pt>
                <c:pt idx="174">
                  <c:v>187.0</c:v>
                </c:pt>
                <c:pt idx="175">
                  <c:v>187.5</c:v>
                </c:pt>
                <c:pt idx="176">
                  <c:v>188.0</c:v>
                </c:pt>
                <c:pt idx="177">
                  <c:v>188.5</c:v>
                </c:pt>
                <c:pt idx="178">
                  <c:v>189.0</c:v>
                </c:pt>
                <c:pt idx="179">
                  <c:v>189.5</c:v>
                </c:pt>
                <c:pt idx="180">
                  <c:v>190.0</c:v>
                </c:pt>
                <c:pt idx="181">
                  <c:v>190.5</c:v>
                </c:pt>
                <c:pt idx="182">
                  <c:v>191.0</c:v>
                </c:pt>
                <c:pt idx="183">
                  <c:v>191.5</c:v>
                </c:pt>
                <c:pt idx="184">
                  <c:v>192.0</c:v>
                </c:pt>
                <c:pt idx="185">
                  <c:v>192.5</c:v>
                </c:pt>
                <c:pt idx="186">
                  <c:v>193.0</c:v>
                </c:pt>
                <c:pt idx="187">
                  <c:v>193.5</c:v>
                </c:pt>
                <c:pt idx="188">
                  <c:v>194.0</c:v>
                </c:pt>
                <c:pt idx="189">
                  <c:v>194.5</c:v>
                </c:pt>
                <c:pt idx="190">
                  <c:v>195.0</c:v>
                </c:pt>
                <c:pt idx="191">
                  <c:v>195.5</c:v>
                </c:pt>
                <c:pt idx="192">
                  <c:v>196.0</c:v>
                </c:pt>
                <c:pt idx="193">
                  <c:v>196.5</c:v>
                </c:pt>
                <c:pt idx="194">
                  <c:v>197.0</c:v>
                </c:pt>
                <c:pt idx="195">
                  <c:v>197.5</c:v>
                </c:pt>
                <c:pt idx="196">
                  <c:v>198.0</c:v>
                </c:pt>
                <c:pt idx="197">
                  <c:v>198.5</c:v>
                </c:pt>
                <c:pt idx="198">
                  <c:v>199.0</c:v>
                </c:pt>
                <c:pt idx="199">
                  <c:v>199.5</c:v>
                </c:pt>
                <c:pt idx="200">
                  <c:v>200.0</c:v>
                </c:pt>
                <c:pt idx="201">
                  <c:v>200.5</c:v>
                </c:pt>
                <c:pt idx="202">
                  <c:v>201.0</c:v>
                </c:pt>
                <c:pt idx="203">
                  <c:v>201.5</c:v>
                </c:pt>
                <c:pt idx="204">
                  <c:v>202.0</c:v>
                </c:pt>
                <c:pt idx="205">
                  <c:v>202.5</c:v>
                </c:pt>
                <c:pt idx="206">
                  <c:v>203.0</c:v>
                </c:pt>
                <c:pt idx="207">
                  <c:v>203.5</c:v>
                </c:pt>
                <c:pt idx="208">
                  <c:v>204.0</c:v>
                </c:pt>
                <c:pt idx="209">
                  <c:v>204.5</c:v>
                </c:pt>
                <c:pt idx="210">
                  <c:v>205.0</c:v>
                </c:pt>
                <c:pt idx="211">
                  <c:v>205.5</c:v>
                </c:pt>
                <c:pt idx="212">
                  <c:v>206.0</c:v>
                </c:pt>
                <c:pt idx="213">
                  <c:v>206.5</c:v>
                </c:pt>
                <c:pt idx="214">
                  <c:v>207.0</c:v>
                </c:pt>
                <c:pt idx="215">
                  <c:v>207.5</c:v>
                </c:pt>
                <c:pt idx="216">
                  <c:v>208.0</c:v>
                </c:pt>
                <c:pt idx="217">
                  <c:v>208.5</c:v>
                </c:pt>
                <c:pt idx="218">
                  <c:v>209.0</c:v>
                </c:pt>
                <c:pt idx="219">
                  <c:v>209.5</c:v>
                </c:pt>
                <c:pt idx="220">
                  <c:v>210.0</c:v>
                </c:pt>
                <c:pt idx="221">
                  <c:v>210.5</c:v>
                </c:pt>
                <c:pt idx="222">
                  <c:v>211.0</c:v>
                </c:pt>
                <c:pt idx="223">
                  <c:v>211.5</c:v>
                </c:pt>
                <c:pt idx="224">
                  <c:v>212.0</c:v>
                </c:pt>
                <c:pt idx="225">
                  <c:v>212.5</c:v>
                </c:pt>
                <c:pt idx="226">
                  <c:v>213.0</c:v>
                </c:pt>
                <c:pt idx="227">
                  <c:v>213.5</c:v>
                </c:pt>
                <c:pt idx="228">
                  <c:v>214.0</c:v>
                </c:pt>
                <c:pt idx="229">
                  <c:v>214.5</c:v>
                </c:pt>
                <c:pt idx="230">
                  <c:v>215.0</c:v>
                </c:pt>
                <c:pt idx="231">
                  <c:v>215.5</c:v>
                </c:pt>
                <c:pt idx="232">
                  <c:v>216.0</c:v>
                </c:pt>
                <c:pt idx="233">
                  <c:v>216.5</c:v>
                </c:pt>
                <c:pt idx="234">
                  <c:v>217.0</c:v>
                </c:pt>
                <c:pt idx="235">
                  <c:v>217.5</c:v>
                </c:pt>
                <c:pt idx="236">
                  <c:v>218.0</c:v>
                </c:pt>
                <c:pt idx="237">
                  <c:v>218.5</c:v>
                </c:pt>
                <c:pt idx="238">
                  <c:v>219.0</c:v>
                </c:pt>
                <c:pt idx="239">
                  <c:v>219.5</c:v>
                </c:pt>
                <c:pt idx="240">
                  <c:v>220.0</c:v>
                </c:pt>
              </c:numCache>
            </c:numRef>
          </c:xVal>
          <c:yVal>
            <c:numRef>
              <c:f>Sheet1!$B$488:$B$728</c:f>
              <c:numCache>
                <c:formatCode>General</c:formatCode>
                <c:ptCount val="241"/>
                <c:pt idx="0">
                  <c:v>-0.140393482397546</c:v>
                </c:pt>
                <c:pt idx="1">
                  <c:v>-0.150455722497482</c:v>
                </c:pt>
                <c:pt idx="2">
                  <c:v>-0.162129066899743</c:v>
                </c:pt>
                <c:pt idx="3">
                  <c:v>-0.175885615604268</c:v>
                </c:pt>
                <c:pt idx="4">
                  <c:v>-0.192391101260133</c:v>
                </c:pt>
                <c:pt idx="5">
                  <c:v>-0.212609506378057</c:v>
                </c:pt>
                <c:pt idx="6">
                  <c:v>-0.237979714624239</c:v>
                </c:pt>
                <c:pt idx="7">
                  <c:v>-0.270726252035482</c:v>
                </c:pt>
                <c:pt idx="8">
                  <c:v>-0.314432174689876</c:v>
                </c:pt>
                <c:pt idx="9">
                  <c:v>-0.37515371705594</c:v>
                </c:pt>
                <c:pt idx="10">
                  <c:v>-0.463725939715191</c:v>
                </c:pt>
                <c:pt idx="11">
                  <c:v>-0.600862147995832</c:v>
                </c:pt>
                <c:pt idx="12">
                  <c:v>-0.829170705274716</c:v>
                </c:pt>
                <c:pt idx="13">
                  <c:v>-1.24200039360039</c:v>
                </c:pt>
                <c:pt idx="14">
                  <c:v>-2.03594758107572</c:v>
                </c:pt>
                <c:pt idx="15">
                  <c:v>-3.35932582550393</c:v>
                </c:pt>
                <c:pt idx="16">
                  <c:v>-3.80952252760662</c:v>
                </c:pt>
                <c:pt idx="17">
                  <c:v>-2.44264042192548</c:v>
                </c:pt>
                <c:pt idx="18">
                  <c:v>-1.37529990510835</c:v>
                </c:pt>
                <c:pt idx="19">
                  <c:v>-0.843644940985789</c:v>
                </c:pt>
                <c:pt idx="20">
                  <c:v>-0.576903453319436</c:v>
                </c:pt>
                <c:pt idx="21">
                  <c:v>-0.432813289645733</c:v>
                </c:pt>
                <c:pt idx="22">
                  <c:v>-0.349535394237569</c:v>
                </c:pt>
                <c:pt idx="23">
                  <c:v>-0.298950519328448</c:v>
                </c:pt>
                <c:pt idx="24">
                  <c:v>-0.267257971548681</c:v>
                </c:pt>
                <c:pt idx="25">
                  <c:v>-0.24717616901268</c:v>
                </c:pt>
                <c:pt idx="26">
                  <c:v>-0.234616897904218</c:v>
                </c:pt>
                <c:pt idx="27">
                  <c:v>-0.227162539675784</c:v>
                </c:pt>
                <c:pt idx="28">
                  <c:v>-0.223320713265306</c:v>
                </c:pt>
                <c:pt idx="29">
                  <c:v>-0.222137316349614</c:v>
                </c:pt>
                <c:pt idx="30">
                  <c:v>-0.222985118804987</c:v>
                </c:pt>
                <c:pt idx="31">
                  <c:v>-0.225443080268768</c:v>
                </c:pt>
                <c:pt idx="32">
                  <c:v>-0.229224820957248</c:v>
                </c:pt>
                <c:pt idx="33">
                  <c:v>-0.234134864367807</c:v>
                </c:pt>
                <c:pt idx="34">
                  <c:v>-0.240041179269367</c:v>
                </c:pt>
                <c:pt idx="35">
                  <c:v>-0.246857636147305</c:v>
                </c:pt>
                <c:pt idx="36">
                  <c:v>-0.254532715521607</c:v>
                </c:pt>
                <c:pt idx="37">
                  <c:v>-0.263042320293494</c:v>
                </c:pt>
                <c:pt idx="38">
                  <c:v>-0.272385422109876</c:v>
                </c:pt>
                <c:pt idx="39">
                  <c:v>-0.282581806200495</c:v>
                </c:pt>
                <c:pt idx="40">
                  <c:v>-0.293671528748261</c:v>
                </c:pt>
                <c:pt idx="41">
                  <c:v>-0.305715957386814</c:v>
                </c:pt>
                <c:pt idx="42">
                  <c:v>-0.318800489064546</c:v>
                </c:pt>
                <c:pt idx="43">
                  <c:v>-0.333039279351827</c:v>
                </c:pt>
                <c:pt idx="44">
                  <c:v>-0.348582626792372</c:v>
                </c:pt>
                <c:pt idx="45">
                  <c:v>-0.365628110277187</c:v>
                </c:pt>
                <c:pt idx="46">
                  <c:v>-0.384437300136144</c:v>
                </c:pt>
                <c:pt idx="47">
                  <c:v>-0.405361075618227</c:v>
                </c:pt>
                <c:pt idx="48">
                  <c:v>-0.428878699619026</c:v>
                </c:pt>
                <c:pt idx="49">
                  <c:v>-0.455659647656682</c:v>
                </c:pt>
                <c:pt idx="50">
                  <c:v>-0.48666445120327</c:v>
                </c:pt>
                <c:pt idx="51">
                  <c:v>-0.523315123796953</c:v>
                </c:pt>
                <c:pt idx="52">
                  <c:v>-0.567795263419696</c:v>
                </c:pt>
                <c:pt idx="53">
                  <c:v>-0.623604012124944</c:v>
                </c:pt>
                <c:pt idx="54">
                  <c:v>-0.696634825053353</c:v>
                </c:pt>
                <c:pt idx="55">
                  <c:v>-0.79740392099765</c:v>
                </c:pt>
                <c:pt idx="56">
                  <c:v>-0.945934512111959</c:v>
                </c:pt>
                <c:pt idx="57">
                  <c:v>-1.18287159271813</c:v>
                </c:pt>
                <c:pt idx="58">
                  <c:v>-1.59264850037544</c:v>
                </c:pt>
                <c:pt idx="59">
                  <c:v>-2.31151593676525</c:v>
                </c:pt>
                <c:pt idx="60">
                  <c:v>-3.14207285844819</c:v>
                </c:pt>
                <c:pt idx="61">
                  <c:v>-2.77796155751173</c:v>
                </c:pt>
                <c:pt idx="62">
                  <c:v>-1.76260946132744</c:v>
                </c:pt>
                <c:pt idx="63">
                  <c:v>-1.17999325346268</c:v>
                </c:pt>
                <c:pt idx="64">
                  <c:v>-0.916524820526105</c:v>
                </c:pt>
                <c:pt idx="65">
                  <c:v>-0.799227042265895</c:v>
                </c:pt>
                <c:pt idx="66">
                  <c:v>-0.749521450331134</c:v>
                </c:pt>
                <c:pt idx="67">
                  <c:v>-0.733856843434365</c:v>
                </c:pt>
                <c:pt idx="68">
                  <c:v>-0.737006743485019</c:v>
                </c:pt>
                <c:pt idx="69">
                  <c:v>-0.751534516916001</c:v>
                </c:pt>
                <c:pt idx="70">
                  <c:v>-0.773568519800057</c:v>
                </c:pt>
                <c:pt idx="71">
                  <c:v>-0.800990546676482</c:v>
                </c:pt>
                <c:pt idx="72">
                  <c:v>-0.832602115737626</c:v>
                </c:pt>
                <c:pt idx="73">
                  <c:v>-0.86771531812414</c:v>
                </c:pt>
                <c:pt idx="74">
                  <c:v>-0.905940489064134</c:v>
                </c:pt>
                <c:pt idx="75">
                  <c:v>-0.947070630315347</c:v>
                </c:pt>
                <c:pt idx="76">
                  <c:v>-0.991015912549797</c:v>
                </c:pt>
                <c:pt idx="77">
                  <c:v>-1.0377653066934</c:v>
                </c:pt>
                <c:pt idx="78">
                  <c:v>-1.08736351838081</c:v>
                </c:pt>
                <c:pt idx="79">
                  <c:v>-1.13989687673174</c:v>
                </c:pt>
                <c:pt idx="80">
                  <c:v>-1.19548464412166</c:v>
                </c:pt>
                <c:pt idx="81">
                  <c:v>-1.2542737179378</c:v>
                </c:pt>
                <c:pt idx="82">
                  <c:v>-1.31643552759213</c:v>
                </c:pt>
                <c:pt idx="83">
                  <c:v>-1.38216440545818</c:v>
                </c:pt>
                <c:pt idx="84">
                  <c:v>-1.45167699019098</c:v>
                </c:pt>
                <c:pt idx="85">
                  <c:v>-1.52521239044857</c:v>
                </c:pt>
                <c:pt idx="86">
                  <c:v>-1.60303294297292</c:v>
                </c:pt>
                <c:pt idx="87">
                  <c:v>-1.68542546750946</c:v>
                </c:pt>
                <c:pt idx="88">
                  <c:v>-1.77270296730159</c:v>
                </c:pt>
                <c:pt idx="89">
                  <c:v>-1.8652067569144</c:v>
                </c:pt>
                <c:pt idx="90">
                  <c:v>-1.96330902448017</c:v>
                </c:pt>
                <c:pt idx="91">
                  <c:v>-2.06741585669043</c:v>
                </c:pt>
                <c:pt idx="92">
                  <c:v>-2.17797077441857</c:v>
                </c:pt>
                <c:pt idx="93">
                  <c:v>-2.29545884653402</c:v>
                </c:pt>
                <c:pt idx="94">
                  <c:v>-2.42041147071584</c:v>
                </c:pt>
                <c:pt idx="95">
                  <c:v>-2.55341193419921</c:v>
                </c:pt>
                <c:pt idx="96">
                  <c:v>-2.69510189567731</c:v>
                </c:pt>
                <c:pt idx="97">
                  <c:v>-2.8461889633925</c:v>
                </c:pt>
                <c:pt idx="98">
                  <c:v>-3.00745558524132</c:v>
                </c:pt>
                <c:pt idx="99">
                  <c:v>-3.17976951607858</c:v>
                </c:pt>
                <c:pt idx="100">
                  <c:v>-3.36409618697044</c:v>
                </c:pt>
                <c:pt idx="101">
                  <c:v>-3.56151337243932</c:v>
                </c:pt>
                <c:pt idx="102">
                  <c:v>-3.77322863578658</c:v>
                </c:pt>
                <c:pt idx="103">
                  <c:v>-4.00060012912349</c:v>
                </c:pt>
                <c:pt idx="104">
                  <c:v>-4.24516143079747</c:v>
                </c:pt>
                <c:pt idx="105">
                  <c:v>-4.5086512099748</c:v>
                </c:pt>
                <c:pt idx="106">
                  <c:v>-4.7930485970396</c:v>
                </c:pt>
                <c:pt idx="107">
                  <c:v>-5.1006151696552</c:v>
                </c:pt>
                <c:pt idx="108">
                  <c:v>-5.43394435974891</c:v>
                </c:pt>
                <c:pt idx="109">
                  <c:v>-5.79601869536085</c:v>
                </c:pt>
                <c:pt idx="110">
                  <c:v>-6.19027432347101</c:v>
                </c:pt>
                <c:pt idx="111">
                  <c:v>-6.62067015912872</c:v>
                </c:pt>
                <c:pt idx="112">
                  <c:v>-7.09175469780742</c:v>
                </c:pt>
                <c:pt idx="113">
                  <c:v>-7.60871491908367</c:v>
                </c:pt>
                <c:pt idx="114">
                  <c:v>-8.17737468992942</c:v>
                </c:pt>
                <c:pt idx="115">
                  <c:v>-8.80407653239518</c:v>
                </c:pt>
                <c:pt idx="116">
                  <c:v>-9.49531463277459</c:v>
                </c:pt>
                <c:pt idx="117">
                  <c:v>-10.2568582342303</c:v>
                </c:pt>
                <c:pt idx="118">
                  <c:v>-11.091860514756</c:v>
                </c:pt>
                <c:pt idx="119">
                  <c:v>-11.9970217468831</c:v>
                </c:pt>
                <c:pt idx="120">
                  <c:v>-12.9552941107065</c:v>
                </c:pt>
                <c:pt idx="121">
                  <c:v>-13.9235098637656</c:v>
                </c:pt>
                <c:pt idx="122">
                  <c:v>-14.8163981038747</c:v>
                </c:pt>
                <c:pt idx="123">
                  <c:v>-15.500535709555</c:v>
                </c:pt>
                <c:pt idx="124">
                  <c:v>-15.8296153676266</c:v>
                </c:pt>
                <c:pt idx="125">
                  <c:v>-15.7308077241911</c:v>
                </c:pt>
                <c:pt idx="126">
                  <c:v>-15.263745321417</c:v>
                </c:pt>
                <c:pt idx="127">
                  <c:v>-14.573578766524</c:v>
                </c:pt>
                <c:pt idx="128">
                  <c:v>-13.8011036663268</c:v>
                </c:pt>
                <c:pt idx="129">
                  <c:v>-13.0390306589931</c:v>
                </c:pt>
                <c:pt idx="130">
                  <c:v>-12.3343257742274</c:v>
                </c:pt>
                <c:pt idx="131">
                  <c:v>-11.7042380622511</c:v>
                </c:pt>
                <c:pt idx="132">
                  <c:v>-11.1497979462757</c:v>
                </c:pt>
                <c:pt idx="133">
                  <c:v>-10.6642190781709</c:v>
                </c:pt>
                <c:pt idx="134">
                  <c:v>-10.2375953674673</c:v>
                </c:pt>
                <c:pt idx="135">
                  <c:v>-9.85940964479445</c:v>
                </c:pt>
                <c:pt idx="136">
                  <c:v>-9.51982043039978</c:v>
                </c:pt>
                <c:pt idx="137">
                  <c:v>-9.21026573042892</c:v>
                </c:pt>
                <c:pt idx="138">
                  <c:v>-8.92367799909283</c:v>
                </c:pt>
                <c:pt idx="139">
                  <c:v>-8.65447620091577</c:v>
                </c:pt>
                <c:pt idx="140">
                  <c:v>-8.39843416525238</c:v>
                </c:pt>
                <c:pt idx="141">
                  <c:v>-8.15248784416604</c:v>
                </c:pt>
                <c:pt idx="142">
                  <c:v>-7.91452204797445</c:v>
                </c:pt>
                <c:pt idx="143">
                  <c:v>-7.68316250645536</c:v>
                </c:pt>
                <c:pt idx="144">
                  <c:v>-7.45758854773467</c:v>
                </c:pt>
                <c:pt idx="145">
                  <c:v>-7.23737399744898</c:v>
                </c:pt>
                <c:pt idx="146">
                  <c:v>-7.02235848576012</c:v>
                </c:pt>
                <c:pt idx="147">
                  <c:v>-6.8125478185824</c:v>
                </c:pt>
                <c:pt idx="148">
                  <c:v>-6.60804004928492</c:v>
                </c:pt>
                <c:pt idx="149">
                  <c:v>-6.40897299677686</c:v>
                </c:pt>
                <c:pt idx="150">
                  <c:v>-6.21548883500315</c:v>
                </c:pt>
                <c:pt idx="151">
                  <c:v>-6.02771172206038</c:v>
                </c:pt>
                <c:pt idx="152">
                  <c:v>-5.84573501168701</c:v>
                </c:pt>
                <c:pt idx="153">
                  <c:v>-5.66961523629416</c:v>
                </c:pt>
                <c:pt idx="154">
                  <c:v>-5.49937067174636</c:v>
                </c:pt>
                <c:pt idx="155">
                  <c:v>-5.33498283930772</c:v>
                </c:pt>
                <c:pt idx="156">
                  <c:v>-5.17639975056691</c:v>
                </c:pt>
                <c:pt idx="157">
                  <c:v>-5.02354005677305</c:v>
                </c:pt>
                <c:pt idx="158">
                  <c:v>-4.87629753479584</c:v>
                </c:pt>
                <c:pt idx="159">
                  <c:v>-4.73454554181071</c:v>
                </c:pt>
                <c:pt idx="160">
                  <c:v>-4.59814121422174</c:v>
                </c:pt>
                <c:pt idx="161">
                  <c:v>-4.46692928637541</c:v>
                </c:pt>
                <c:pt idx="162">
                  <c:v>-4.34074547231538</c:v>
                </c:pt>
                <c:pt idx="163">
                  <c:v>-4.21941939802056</c:v>
                </c:pt>
                <c:pt idx="164">
                  <c:v>-4.10277709906714</c:v>
                </c:pt>
                <c:pt idx="165">
                  <c:v>-3.99064311458666</c:v>
                </c:pt>
                <c:pt idx="166">
                  <c:v>-3.88284221649099</c:v>
                </c:pt>
                <c:pt idx="167">
                  <c:v>-3.77920081590424</c:v>
                </c:pt>
                <c:pt idx="168">
                  <c:v>-3.67954808846458</c:v>
                </c:pt>
                <c:pt idx="169">
                  <c:v>-3.58371685794644</c:v>
                </c:pt>
                <c:pt idx="170">
                  <c:v>-3.49154427438953</c:v>
                </c:pt>
                <c:pt idx="171">
                  <c:v>-3.40287231918533</c:v>
                </c:pt>
                <c:pt idx="172">
                  <c:v>-3.31754816573627</c:v>
                </c:pt>
                <c:pt idx="173">
                  <c:v>-3.23542442059705</c:v>
                </c:pt>
                <c:pt idx="174">
                  <c:v>-3.15635926655591</c:v>
                </c:pt>
                <c:pt idx="175">
                  <c:v>-3.08021652598536</c:v>
                </c:pt>
                <c:pt idx="176">
                  <c:v>-3.00686566000549</c:v>
                </c:pt>
                <c:pt idx="177">
                  <c:v>-2.93618171655801</c:v>
                </c:pt>
                <c:pt idx="178">
                  <c:v>-2.86804523836508</c:v>
                </c:pt>
                <c:pt idx="179">
                  <c:v>-2.8023421399187</c:v>
                </c:pt>
                <c:pt idx="180">
                  <c:v>-2.73896356108324</c:v>
                </c:pt>
                <c:pt idx="181">
                  <c:v>-2.67780570356385</c:v>
                </c:pt>
                <c:pt idx="182">
                  <c:v>-2.61876965536964</c:v>
                </c:pt>
                <c:pt idx="183">
                  <c:v>-2.56176120745329</c:v>
                </c:pt>
                <c:pt idx="184">
                  <c:v>-2.50669066591364</c:v>
                </c:pt>
                <c:pt idx="185">
                  <c:v>-2.45347266248367</c:v>
                </c:pt>
                <c:pt idx="186">
                  <c:v>-2.40202596547179</c:v>
                </c:pt>
                <c:pt idx="187">
                  <c:v>-2.35227329286536</c:v>
                </c:pt>
                <c:pt idx="188">
                  <c:v>-2.30414112892295</c:v>
                </c:pt>
                <c:pt idx="189">
                  <c:v>-2.25755954526958</c:v>
                </c:pt>
                <c:pt idx="190">
                  <c:v>-2.21246202724933</c:v>
                </c:pt>
                <c:pt idx="191">
                  <c:v>-2.16878530607949</c:v>
                </c:pt>
                <c:pt idx="192">
                  <c:v>-2.12646919717787</c:v>
                </c:pt>
                <c:pt idx="193">
                  <c:v>-2.08545644489551</c:v>
                </c:pt>
                <c:pt idx="194">
                  <c:v>-2.04569257377511</c:v>
                </c:pt>
                <c:pt idx="195">
                  <c:v>-2.00712574636529</c:v>
                </c:pt>
                <c:pt idx="196">
                  <c:v>-1.96970662755061</c:v>
                </c:pt>
                <c:pt idx="197">
                  <c:v>-1.93338825530113</c:v>
                </c:pt>
                <c:pt idx="198">
                  <c:v>-1.89812591770301</c:v>
                </c:pt>
                <c:pt idx="199">
                  <c:v>-1.86387703609932</c:v>
                </c:pt>
                <c:pt idx="200">
                  <c:v>-1.83060105414635</c:v>
                </c:pt>
                <c:pt idx="201">
                  <c:v>-1.7982593325743</c:v>
                </c:pt>
                <c:pt idx="202">
                  <c:v>-1.76681504942992</c:v>
                </c:pt>
                <c:pt idx="203">
                  <c:v>-1.73623310557259</c:v>
                </c:pt>
                <c:pt idx="204">
                  <c:v>-1.70648003519213</c:v>
                </c:pt>
                <c:pt idx="205">
                  <c:v>-1.6775239211171</c:v>
                </c:pt>
                <c:pt idx="206">
                  <c:v>-1.64933431468461</c:v>
                </c:pt>
                <c:pt idx="207">
                  <c:v>-1.62188215994697</c:v>
                </c:pt>
                <c:pt idx="208">
                  <c:v>-1.59513972199593</c:v>
                </c:pt>
                <c:pt idx="209">
                  <c:v>-1.56908051919198</c:v>
                </c:pt>
                <c:pt idx="210">
                  <c:v>-1.54367925909357</c:v>
                </c:pt>
                <c:pt idx="211">
                  <c:v>-1.51891177788849</c:v>
                </c:pt>
                <c:pt idx="212">
                  <c:v>-1.49475498313852</c:v>
                </c:pt>
                <c:pt idx="213">
                  <c:v>-1.47118679965582</c:v>
                </c:pt>
                <c:pt idx="214">
                  <c:v>-1.44818611833867</c:v>
                </c:pt>
                <c:pt idx="215">
                  <c:v>-1.42573274780216</c:v>
                </c:pt>
                <c:pt idx="216">
                  <c:v>-1.40380736864722</c:v>
                </c:pt>
                <c:pt idx="217">
                  <c:v>-1.38239149022014</c:v>
                </c:pt>
                <c:pt idx="218">
                  <c:v>-1.3614674097217</c:v>
                </c:pt>
                <c:pt idx="219">
                  <c:v>-1.34101817353303</c:v>
                </c:pt>
                <c:pt idx="220">
                  <c:v>-1.32102754063239</c:v>
                </c:pt>
                <c:pt idx="221">
                  <c:v>-1.3014799479839</c:v>
                </c:pt>
                <c:pt idx="222">
                  <c:v>-1.28236047778614</c:v>
                </c:pt>
                <c:pt idx="223">
                  <c:v>-1.26365482647445</c:v>
                </c:pt>
                <c:pt idx="224">
                  <c:v>-1.2453492753773</c:v>
                </c:pt>
                <c:pt idx="225">
                  <c:v>-1.22743066293242</c:v>
                </c:pt>
                <c:pt idx="226">
                  <c:v>-1.209886358374</c:v>
                </c:pt>
                <c:pt idx="227">
                  <c:v>-1.19270423680729</c:v>
                </c:pt>
                <c:pt idx="228">
                  <c:v>-1.17587265559206</c:v>
                </c:pt>
                <c:pt idx="229">
                  <c:v>-1.1593804319606</c:v>
                </c:pt>
                <c:pt idx="230">
                  <c:v>-1.14321682180067</c:v>
                </c:pt>
                <c:pt idx="231">
                  <c:v>-1.12737149953762</c:v>
                </c:pt>
                <c:pt idx="232">
                  <c:v>-1.11183453905382</c:v>
                </c:pt>
                <c:pt idx="233">
                  <c:v>-1.09659639558738</c:v>
                </c:pt>
                <c:pt idx="234">
                  <c:v>-1.08164788855532</c:v>
                </c:pt>
                <c:pt idx="235">
                  <c:v>-1.06698018524964</c:v>
                </c:pt>
                <c:pt idx="236">
                  <c:v>-1.05258478535785</c:v>
                </c:pt>
                <c:pt idx="237">
                  <c:v>-1.03845350626237</c:v>
                </c:pt>
                <c:pt idx="238">
                  <c:v>-1.02457846907572</c:v>
                </c:pt>
                <c:pt idx="239">
                  <c:v>-1.01095208537119</c:v>
                </c:pt>
                <c:pt idx="240">
                  <c:v>-0.997567044570817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Sheet1!$B$730</c:f>
              <c:strCache>
                <c:ptCount val="1"/>
                <c:pt idx="0">
                  <c:v>280 μm</c:v>
                </c:pt>
              </c:strCache>
            </c:strRef>
          </c:tx>
          <c:spPr>
            <a:ln w="20955">
              <a:solidFill>
                <a:srgbClr val="CA9D49"/>
              </a:solidFill>
            </a:ln>
          </c:spPr>
          <c:marker>
            <c:symbol val="none"/>
          </c:marker>
          <c:xVal>
            <c:numRef>
              <c:f>Sheet1!$A$731:$A$971</c:f>
              <c:numCache>
                <c:formatCode>General</c:formatCode>
                <c:ptCount val="241"/>
                <c:pt idx="0">
                  <c:v>100.0</c:v>
                </c:pt>
                <c:pt idx="1">
                  <c:v>100.5</c:v>
                </c:pt>
                <c:pt idx="2">
                  <c:v>101.0</c:v>
                </c:pt>
                <c:pt idx="3">
                  <c:v>101.5</c:v>
                </c:pt>
                <c:pt idx="4">
                  <c:v>102.0</c:v>
                </c:pt>
                <c:pt idx="5">
                  <c:v>102.5</c:v>
                </c:pt>
                <c:pt idx="6">
                  <c:v>103.0</c:v>
                </c:pt>
                <c:pt idx="7">
                  <c:v>103.5</c:v>
                </c:pt>
                <c:pt idx="8">
                  <c:v>104.0</c:v>
                </c:pt>
                <c:pt idx="9">
                  <c:v>104.5</c:v>
                </c:pt>
                <c:pt idx="10">
                  <c:v>105.0</c:v>
                </c:pt>
                <c:pt idx="11">
                  <c:v>105.5</c:v>
                </c:pt>
                <c:pt idx="12">
                  <c:v>106.0</c:v>
                </c:pt>
                <c:pt idx="13">
                  <c:v>106.5</c:v>
                </c:pt>
                <c:pt idx="14">
                  <c:v>107.0</c:v>
                </c:pt>
                <c:pt idx="15">
                  <c:v>107.5</c:v>
                </c:pt>
                <c:pt idx="16">
                  <c:v>108.0</c:v>
                </c:pt>
                <c:pt idx="17">
                  <c:v>108.5</c:v>
                </c:pt>
                <c:pt idx="18">
                  <c:v>109.0</c:v>
                </c:pt>
                <c:pt idx="19">
                  <c:v>109.5</c:v>
                </c:pt>
                <c:pt idx="20">
                  <c:v>110.0</c:v>
                </c:pt>
                <c:pt idx="21">
                  <c:v>110.5</c:v>
                </c:pt>
                <c:pt idx="22">
                  <c:v>111.0</c:v>
                </c:pt>
                <c:pt idx="23">
                  <c:v>111.5</c:v>
                </c:pt>
                <c:pt idx="24">
                  <c:v>112.0</c:v>
                </c:pt>
                <c:pt idx="25">
                  <c:v>112.5</c:v>
                </c:pt>
                <c:pt idx="26">
                  <c:v>113.0</c:v>
                </c:pt>
                <c:pt idx="27">
                  <c:v>113.5</c:v>
                </c:pt>
                <c:pt idx="28">
                  <c:v>114.0</c:v>
                </c:pt>
                <c:pt idx="29">
                  <c:v>114.5</c:v>
                </c:pt>
                <c:pt idx="30">
                  <c:v>115.0</c:v>
                </c:pt>
                <c:pt idx="31">
                  <c:v>115.5</c:v>
                </c:pt>
                <c:pt idx="32">
                  <c:v>116.0</c:v>
                </c:pt>
                <c:pt idx="33">
                  <c:v>116.5</c:v>
                </c:pt>
                <c:pt idx="34">
                  <c:v>117.0</c:v>
                </c:pt>
                <c:pt idx="35">
                  <c:v>117.5</c:v>
                </c:pt>
                <c:pt idx="36">
                  <c:v>118.0</c:v>
                </c:pt>
                <c:pt idx="37">
                  <c:v>118.5</c:v>
                </c:pt>
                <c:pt idx="38">
                  <c:v>119.0</c:v>
                </c:pt>
                <c:pt idx="39">
                  <c:v>119.5</c:v>
                </c:pt>
                <c:pt idx="40">
                  <c:v>120.0</c:v>
                </c:pt>
                <c:pt idx="41">
                  <c:v>120.5</c:v>
                </c:pt>
                <c:pt idx="42">
                  <c:v>121.0</c:v>
                </c:pt>
                <c:pt idx="43">
                  <c:v>121.5</c:v>
                </c:pt>
                <c:pt idx="44">
                  <c:v>122.0</c:v>
                </c:pt>
                <c:pt idx="45">
                  <c:v>122.5</c:v>
                </c:pt>
                <c:pt idx="46">
                  <c:v>123.0</c:v>
                </c:pt>
                <c:pt idx="47">
                  <c:v>123.5</c:v>
                </c:pt>
                <c:pt idx="48">
                  <c:v>124.0</c:v>
                </c:pt>
                <c:pt idx="49">
                  <c:v>124.5</c:v>
                </c:pt>
                <c:pt idx="50">
                  <c:v>125.0</c:v>
                </c:pt>
                <c:pt idx="51">
                  <c:v>125.5</c:v>
                </c:pt>
                <c:pt idx="52">
                  <c:v>126.0</c:v>
                </c:pt>
                <c:pt idx="53">
                  <c:v>126.5</c:v>
                </c:pt>
                <c:pt idx="54">
                  <c:v>127.0</c:v>
                </c:pt>
                <c:pt idx="55">
                  <c:v>127.5</c:v>
                </c:pt>
                <c:pt idx="56">
                  <c:v>128.0</c:v>
                </c:pt>
                <c:pt idx="57">
                  <c:v>128.5</c:v>
                </c:pt>
                <c:pt idx="58">
                  <c:v>129.0</c:v>
                </c:pt>
                <c:pt idx="59">
                  <c:v>129.5</c:v>
                </c:pt>
                <c:pt idx="60">
                  <c:v>130.0</c:v>
                </c:pt>
                <c:pt idx="61">
                  <c:v>130.5</c:v>
                </c:pt>
                <c:pt idx="62">
                  <c:v>131.0</c:v>
                </c:pt>
                <c:pt idx="63">
                  <c:v>131.5</c:v>
                </c:pt>
                <c:pt idx="64">
                  <c:v>132.0</c:v>
                </c:pt>
                <c:pt idx="65">
                  <c:v>132.5</c:v>
                </c:pt>
                <c:pt idx="66">
                  <c:v>133.0</c:v>
                </c:pt>
                <c:pt idx="67">
                  <c:v>133.5</c:v>
                </c:pt>
                <c:pt idx="68">
                  <c:v>134.0</c:v>
                </c:pt>
                <c:pt idx="69">
                  <c:v>134.5</c:v>
                </c:pt>
                <c:pt idx="70">
                  <c:v>135.0</c:v>
                </c:pt>
                <c:pt idx="71">
                  <c:v>135.5</c:v>
                </c:pt>
                <c:pt idx="72">
                  <c:v>136.0</c:v>
                </c:pt>
                <c:pt idx="73">
                  <c:v>136.5</c:v>
                </c:pt>
                <c:pt idx="74">
                  <c:v>137.0</c:v>
                </c:pt>
                <c:pt idx="75">
                  <c:v>137.5</c:v>
                </c:pt>
                <c:pt idx="76">
                  <c:v>138.0</c:v>
                </c:pt>
                <c:pt idx="77">
                  <c:v>138.5</c:v>
                </c:pt>
                <c:pt idx="78">
                  <c:v>139.0</c:v>
                </c:pt>
                <c:pt idx="79">
                  <c:v>139.5</c:v>
                </c:pt>
                <c:pt idx="80">
                  <c:v>140.0</c:v>
                </c:pt>
                <c:pt idx="81">
                  <c:v>140.5</c:v>
                </c:pt>
                <c:pt idx="82">
                  <c:v>141.0</c:v>
                </c:pt>
                <c:pt idx="83">
                  <c:v>141.5</c:v>
                </c:pt>
                <c:pt idx="84">
                  <c:v>142.0</c:v>
                </c:pt>
                <c:pt idx="85">
                  <c:v>142.5</c:v>
                </c:pt>
                <c:pt idx="86">
                  <c:v>143.0</c:v>
                </c:pt>
                <c:pt idx="87">
                  <c:v>143.5</c:v>
                </c:pt>
                <c:pt idx="88">
                  <c:v>144.0</c:v>
                </c:pt>
                <c:pt idx="89">
                  <c:v>144.5</c:v>
                </c:pt>
                <c:pt idx="90">
                  <c:v>145.0</c:v>
                </c:pt>
                <c:pt idx="91">
                  <c:v>145.5</c:v>
                </c:pt>
                <c:pt idx="92">
                  <c:v>146.0</c:v>
                </c:pt>
                <c:pt idx="93">
                  <c:v>146.5</c:v>
                </c:pt>
                <c:pt idx="94">
                  <c:v>147.0</c:v>
                </c:pt>
                <c:pt idx="95">
                  <c:v>147.5</c:v>
                </c:pt>
                <c:pt idx="96">
                  <c:v>148.0</c:v>
                </c:pt>
                <c:pt idx="97">
                  <c:v>148.5</c:v>
                </c:pt>
                <c:pt idx="98">
                  <c:v>149.0</c:v>
                </c:pt>
                <c:pt idx="99">
                  <c:v>149.5</c:v>
                </c:pt>
                <c:pt idx="100">
                  <c:v>150.0</c:v>
                </c:pt>
                <c:pt idx="101">
                  <c:v>150.5</c:v>
                </c:pt>
                <c:pt idx="102">
                  <c:v>151.0</c:v>
                </c:pt>
                <c:pt idx="103">
                  <c:v>151.5</c:v>
                </c:pt>
                <c:pt idx="104">
                  <c:v>152.0</c:v>
                </c:pt>
                <c:pt idx="105">
                  <c:v>152.5</c:v>
                </c:pt>
                <c:pt idx="106">
                  <c:v>153.0</c:v>
                </c:pt>
                <c:pt idx="107">
                  <c:v>153.5</c:v>
                </c:pt>
                <c:pt idx="108">
                  <c:v>154.0</c:v>
                </c:pt>
                <c:pt idx="109">
                  <c:v>154.5</c:v>
                </c:pt>
                <c:pt idx="110">
                  <c:v>155.0</c:v>
                </c:pt>
                <c:pt idx="111">
                  <c:v>155.5</c:v>
                </c:pt>
                <c:pt idx="112">
                  <c:v>156.0</c:v>
                </c:pt>
                <c:pt idx="113">
                  <c:v>156.5</c:v>
                </c:pt>
                <c:pt idx="114">
                  <c:v>157.0</c:v>
                </c:pt>
                <c:pt idx="115">
                  <c:v>157.5</c:v>
                </c:pt>
                <c:pt idx="116">
                  <c:v>158.0</c:v>
                </c:pt>
                <c:pt idx="117">
                  <c:v>158.5</c:v>
                </c:pt>
                <c:pt idx="118">
                  <c:v>159.0</c:v>
                </c:pt>
                <c:pt idx="119">
                  <c:v>159.5</c:v>
                </c:pt>
                <c:pt idx="120">
                  <c:v>160.0</c:v>
                </c:pt>
                <c:pt idx="121">
                  <c:v>160.5</c:v>
                </c:pt>
                <c:pt idx="122">
                  <c:v>161.0</c:v>
                </c:pt>
                <c:pt idx="123">
                  <c:v>161.5</c:v>
                </c:pt>
                <c:pt idx="124">
                  <c:v>162.0</c:v>
                </c:pt>
                <c:pt idx="125">
                  <c:v>162.5</c:v>
                </c:pt>
                <c:pt idx="126">
                  <c:v>163.0</c:v>
                </c:pt>
                <c:pt idx="127">
                  <c:v>163.5</c:v>
                </c:pt>
                <c:pt idx="128">
                  <c:v>164.0</c:v>
                </c:pt>
                <c:pt idx="129">
                  <c:v>164.5</c:v>
                </c:pt>
                <c:pt idx="130">
                  <c:v>165.0</c:v>
                </c:pt>
                <c:pt idx="131">
                  <c:v>165.5</c:v>
                </c:pt>
                <c:pt idx="132">
                  <c:v>166.0</c:v>
                </c:pt>
                <c:pt idx="133">
                  <c:v>166.5</c:v>
                </c:pt>
                <c:pt idx="134">
                  <c:v>167.0</c:v>
                </c:pt>
                <c:pt idx="135">
                  <c:v>167.5</c:v>
                </c:pt>
                <c:pt idx="136">
                  <c:v>168.0</c:v>
                </c:pt>
                <c:pt idx="137">
                  <c:v>168.5</c:v>
                </c:pt>
                <c:pt idx="138">
                  <c:v>169.0</c:v>
                </c:pt>
                <c:pt idx="139">
                  <c:v>169.5</c:v>
                </c:pt>
                <c:pt idx="140">
                  <c:v>170.0</c:v>
                </c:pt>
                <c:pt idx="141">
                  <c:v>170.5</c:v>
                </c:pt>
                <c:pt idx="142">
                  <c:v>171.0</c:v>
                </c:pt>
                <c:pt idx="143">
                  <c:v>171.5</c:v>
                </c:pt>
                <c:pt idx="144">
                  <c:v>172.0</c:v>
                </c:pt>
                <c:pt idx="145">
                  <c:v>172.5</c:v>
                </c:pt>
                <c:pt idx="146">
                  <c:v>173.0</c:v>
                </c:pt>
                <c:pt idx="147">
                  <c:v>173.5</c:v>
                </c:pt>
                <c:pt idx="148">
                  <c:v>174.0</c:v>
                </c:pt>
                <c:pt idx="149">
                  <c:v>174.5</c:v>
                </c:pt>
                <c:pt idx="150">
                  <c:v>175.0</c:v>
                </c:pt>
                <c:pt idx="151">
                  <c:v>175.5</c:v>
                </c:pt>
                <c:pt idx="152">
                  <c:v>176.0</c:v>
                </c:pt>
                <c:pt idx="153">
                  <c:v>176.5</c:v>
                </c:pt>
                <c:pt idx="154">
                  <c:v>177.0</c:v>
                </c:pt>
                <c:pt idx="155">
                  <c:v>177.5</c:v>
                </c:pt>
                <c:pt idx="156">
                  <c:v>178.0</c:v>
                </c:pt>
                <c:pt idx="157">
                  <c:v>178.5</c:v>
                </c:pt>
                <c:pt idx="158">
                  <c:v>179.0</c:v>
                </c:pt>
                <c:pt idx="159">
                  <c:v>179.5</c:v>
                </c:pt>
                <c:pt idx="160">
                  <c:v>180.0</c:v>
                </c:pt>
                <c:pt idx="161">
                  <c:v>180.5</c:v>
                </c:pt>
                <c:pt idx="162">
                  <c:v>181.0</c:v>
                </c:pt>
                <c:pt idx="163">
                  <c:v>181.5</c:v>
                </c:pt>
                <c:pt idx="164">
                  <c:v>182.0</c:v>
                </c:pt>
                <c:pt idx="165">
                  <c:v>182.5</c:v>
                </c:pt>
                <c:pt idx="166">
                  <c:v>183.0</c:v>
                </c:pt>
                <c:pt idx="167">
                  <c:v>183.5</c:v>
                </c:pt>
                <c:pt idx="168">
                  <c:v>184.0</c:v>
                </c:pt>
                <c:pt idx="169">
                  <c:v>184.5</c:v>
                </c:pt>
                <c:pt idx="170">
                  <c:v>185.0</c:v>
                </c:pt>
                <c:pt idx="171">
                  <c:v>185.5</c:v>
                </c:pt>
                <c:pt idx="172">
                  <c:v>186.0</c:v>
                </c:pt>
                <c:pt idx="173">
                  <c:v>186.5</c:v>
                </c:pt>
                <c:pt idx="174">
                  <c:v>187.0</c:v>
                </c:pt>
                <c:pt idx="175">
                  <c:v>187.5</c:v>
                </c:pt>
                <c:pt idx="176">
                  <c:v>188.0</c:v>
                </c:pt>
                <c:pt idx="177">
                  <c:v>188.5</c:v>
                </c:pt>
                <c:pt idx="178">
                  <c:v>189.0</c:v>
                </c:pt>
                <c:pt idx="179">
                  <c:v>189.5</c:v>
                </c:pt>
                <c:pt idx="180">
                  <c:v>190.0</c:v>
                </c:pt>
                <c:pt idx="181">
                  <c:v>190.5</c:v>
                </c:pt>
                <c:pt idx="182">
                  <c:v>191.0</c:v>
                </c:pt>
                <c:pt idx="183">
                  <c:v>191.5</c:v>
                </c:pt>
                <c:pt idx="184">
                  <c:v>192.0</c:v>
                </c:pt>
                <c:pt idx="185">
                  <c:v>192.5</c:v>
                </c:pt>
                <c:pt idx="186">
                  <c:v>193.0</c:v>
                </c:pt>
                <c:pt idx="187">
                  <c:v>193.5</c:v>
                </c:pt>
                <c:pt idx="188">
                  <c:v>194.0</c:v>
                </c:pt>
                <c:pt idx="189">
                  <c:v>194.5</c:v>
                </c:pt>
                <c:pt idx="190">
                  <c:v>195.0</c:v>
                </c:pt>
                <c:pt idx="191">
                  <c:v>195.5</c:v>
                </c:pt>
                <c:pt idx="192">
                  <c:v>196.0</c:v>
                </c:pt>
                <c:pt idx="193">
                  <c:v>196.5</c:v>
                </c:pt>
                <c:pt idx="194">
                  <c:v>197.0</c:v>
                </c:pt>
                <c:pt idx="195">
                  <c:v>197.5</c:v>
                </c:pt>
                <c:pt idx="196">
                  <c:v>198.0</c:v>
                </c:pt>
                <c:pt idx="197">
                  <c:v>198.5</c:v>
                </c:pt>
                <c:pt idx="198">
                  <c:v>199.0</c:v>
                </c:pt>
                <c:pt idx="199">
                  <c:v>199.5</c:v>
                </c:pt>
                <c:pt idx="200">
                  <c:v>200.0</c:v>
                </c:pt>
                <c:pt idx="201">
                  <c:v>200.5</c:v>
                </c:pt>
                <c:pt idx="202">
                  <c:v>201.0</c:v>
                </c:pt>
                <c:pt idx="203">
                  <c:v>201.5</c:v>
                </c:pt>
                <c:pt idx="204">
                  <c:v>202.0</c:v>
                </c:pt>
                <c:pt idx="205">
                  <c:v>202.5</c:v>
                </c:pt>
                <c:pt idx="206">
                  <c:v>203.0</c:v>
                </c:pt>
                <c:pt idx="207">
                  <c:v>203.5</c:v>
                </c:pt>
                <c:pt idx="208">
                  <c:v>204.0</c:v>
                </c:pt>
                <c:pt idx="209">
                  <c:v>204.5</c:v>
                </c:pt>
                <c:pt idx="210">
                  <c:v>205.0</c:v>
                </c:pt>
                <c:pt idx="211">
                  <c:v>205.5</c:v>
                </c:pt>
                <c:pt idx="212">
                  <c:v>206.0</c:v>
                </c:pt>
                <c:pt idx="213">
                  <c:v>206.5</c:v>
                </c:pt>
                <c:pt idx="214">
                  <c:v>207.0</c:v>
                </c:pt>
                <c:pt idx="215">
                  <c:v>207.5</c:v>
                </c:pt>
                <c:pt idx="216">
                  <c:v>208.0</c:v>
                </c:pt>
                <c:pt idx="217">
                  <c:v>208.5</c:v>
                </c:pt>
                <c:pt idx="218">
                  <c:v>209.0</c:v>
                </c:pt>
                <c:pt idx="219">
                  <c:v>209.5</c:v>
                </c:pt>
                <c:pt idx="220">
                  <c:v>210.0</c:v>
                </c:pt>
                <c:pt idx="221">
                  <c:v>210.5</c:v>
                </c:pt>
                <c:pt idx="222">
                  <c:v>211.0</c:v>
                </c:pt>
                <c:pt idx="223">
                  <c:v>211.5</c:v>
                </c:pt>
                <c:pt idx="224">
                  <c:v>212.0</c:v>
                </c:pt>
                <c:pt idx="225">
                  <c:v>212.5</c:v>
                </c:pt>
                <c:pt idx="226">
                  <c:v>213.0</c:v>
                </c:pt>
                <c:pt idx="227">
                  <c:v>213.5</c:v>
                </c:pt>
                <c:pt idx="228">
                  <c:v>214.0</c:v>
                </c:pt>
                <c:pt idx="229">
                  <c:v>214.5</c:v>
                </c:pt>
                <c:pt idx="230">
                  <c:v>215.0</c:v>
                </c:pt>
                <c:pt idx="231">
                  <c:v>215.5</c:v>
                </c:pt>
                <c:pt idx="232">
                  <c:v>216.0</c:v>
                </c:pt>
                <c:pt idx="233">
                  <c:v>216.5</c:v>
                </c:pt>
                <c:pt idx="234">
                  <c:v>217.0</c:v>
                </c:pt>
                <c:pt idx="235">
                  <c:v>217.5</c:v>
                </c:pt>
                <c:pt idx="236">
                  <c:v>218.0</c:v>
                </c:pt>
                <c:pt idx="237">
                  <c:v>218.5</c:v>
                </c:pt>
                <c:pt idx="238">
                  <c:v>219.0</c:v>
                </c:pt>
                <c:pt idx="239">
                  <c:v>219.5</c:v>
                </c:pt>
                <c:pt idx="240">
                  <c:v>220.0</c:v>
                </c:pt>
              </c:numCache>
            </c:numRef>
          </c:xVal>
          <c:yVal>
            <c:numRef>
              <c:f>Sheet1!$B$731:$B$971</c:f>
              <c:numCache>
                <c:formatCode>General</c:formatCode>
                <c:ptCount val="241"/>
                <c:pt idx="0">
                  <c:v>-0.173674640011321</c:v>
                </c:pt>
                <c:pt idx="1">
                  <c:v>-0.18422112678309</c:v>
                </c:pt>
                <c:pt idx="2">
                  <c:v>-0.196811676938624</c:v>
                </c:pt>
                <c:pt idx="3">
                  <c:v>-0.211930891008688</c:v>
                </c:pt>
                <c:pt idx="4">
                  <c:v>-0.2302613609902</c:v>
                </c:pt>
                <c:pt idx="5">
                  <c:v>-0.25278730781804</c:v>
                </c:pt>
                <c:pt idx="6">
                  <c:v>-0.280967265790417</c:v>
                </c:pt>
                <c:pt idx="7">
                  <c:v>-0.317033299053922</c:v>
                </c:pt>
                <c:pt idx="8">
                  <c:v>-0.364533146295156</c:v>
                </c:pt>
                <c:pt idx="9">
                  <c:v>-0.429363913262367</c:v>
                </c:pt>
                <c:pt idx="10">
                  <c:v>-0.521860018307351</c:v>
                </c:pt>
                <c:pt idx="11">
                  <c:v>-0.661284777039275</c:v>
                </c:pt>
                <c:pt idx="12">
                  <c:v>-0.886096387466138</c:v>
                </c:pt>
                <c:pt idx="13">
                  <c:v>-1.27801883547371</c:v>
                </c:pt>
                <c:pt idx="14">
                  <c:v>-2.00893367320698</c:v>
                </c:pt>
                <c:pt idx="15">
                  <c:v>-3.28310179936337</c:v>
                </c:pt>
                <c:pt idx="16">
                  <c:v>-4.16644994337496</c:v>
                </c:pt>
                <c:pt idx="17">
                  <c:v>-2.96823306799567</c:v>
                </c:pt>
                <c:pt idx="18">
                  <c:v>-1.68814260376841</c:v>
                </c:pt>
                <c:pt idx="19">
                  <c:v>-1.02158409941168</c:v>
                </c:pt>
                <c:pt idx="20">
                  <c:v>-0.69199668775624</c:v>
                </c:pt>
                <c:pt idx="21">
                  <c:v>-0.518975456049517</c:v>
                </c:pt>
                <c:pt idx="22">
                  <c:v>-0.422389924608872</c:v>
                </c:pt>
                <c:pt idx="23">
                  <c:v>-0.366166946933392</c:v>
                </c:pt>
                <c:pt idx="24">
                  <c:v>-0.332890255036227</c:v>
                </c:pt>
                <c:pt idx="25">
                  <c:v>-0.31352391075968</c:v>
                </c:pt>
                <c:pt idx="26">
                  <c:v>-0.303074343059836</c:v>
                </c:pt>
                <c:pt idx="27">
                  <c:v>-0.298631627750057</c:v>
                </c:pt>
                <c:pt idx="28">
                  <c:v>-0.298424318847057</c:v>
                </c:pt>
                <c:pt idx="29">
                  <c:v>-0.301335339346193</c:v>
                </c:pt>
                <c:pt idx="30">
                  <c:v>-0.306640783326946</c:v>
                </c:pt>
                <c:pt idx="31">
                  <c:v>-0.313862516619679</c:v>
                </c:pt>
                <c:pt idx="32">
                  <c:v>-0.322681738646627</c:v>
                </c:pt>
                <c:pt idx="33">
                  <c:v>-0.332886630334028</c:v>
                </c:pt>
                <c:pt idx="34">
                  <c:v>-0.344339815397665</c:v>
                </c:pt>
                <c:pt idx="35">
                  <c:v>-0.356957766532527</c:v>
                </c:pt>
                <c:pt idx="36">
                  <c:v>-0.370697681431872</c:v>
                </c:pt>
                <c:pt idx="37">
                  <c:v>-0.385549224138366</c:v>
                </c:pt>
                <c:pt idx="38">
                  <c:v>-0.401529601112187</c:v>
                </c:pt>
                <c:pt idx="39">
                  <c:v>-0.418681088471946</c:v>
                </c:pt>
                <c:pt idx="40">
                  <c:v>-0.437070544662472</c:v>
                </c:pt>
                <c:pt idx="41">
                  <c:v>-0.456790743982031</c:v>
                </c:pt>
                <c:pt idx="42">
                  <c:v>-0.477963622990716</c:v>
                </c:pt>
                <c:pt idx="43">
                  <c:v>-0.500745800307705</c:v>
                </c:pt>
                <c:pt idx="44">
                  <c:v>-0.525337069585335</c:v>
                </c:pt>
                <c:pt idx="45">
                  <c:v>-0.551993055497101</c:v>
                </c:pt>
                <c:pt idx="46">
                  <c:v>-0.581043991937382</c:v>
                </c:pt>
                <c:pt idx="47">
                  <c:v>-0.61292285680158</c:v>
                </c:pt>
                <c:pt idx="48">
                  <c:v>-0.648208300701442</c:v>
                </c:pt>
                <c:pt idx="49">
                  <c:v>-0.687691759005504</c:v>
                </c:pt>
                <c:pt idx="50">
                  <c:v>-0.732485503295396</c:v>
                </c:pt>
                <c:pt idx="51">
                  <c:v>-0.784202696537504</c:v>
                </c:pt>
                <c:pt idx="52">
                  <c:v>-0.845269585474917</c:v>
                </c:pt>
                <c:pt idx="53">
                  <c:v>-0.919491993718663</c:v>
                </c:pt>
                <c:pt idx="54">
                  <c:v>-1.01313773132755</c:v>
                </c:pt>
                <c:pt idx="55">
                  <c:v>-1.1371264098918</c:v>
                </c:pt>
                <c:pt idx="56">
                  <c:v>-1.31172597602787</c:v>
                </c:pt>
                <c:pt idx="57">
                  <c:v>-1.57705522937662</c:v>
                </c:pt>
                <c:pt idx="58">
                  <c:v>-2.01528667082056</c:v>
                </c:pt>
                <c:pt idx="59">
                  <c:v>-2.76832620873921</c:v>
                </c:pt>
                <c:pt idx="60">
                  <c:v>-3.7379408608993</c:v>
                </c:pt>
                <c:pt idx="61">
                  <c:v>-3.528193003786</c:v>
                </c:pt>
                <c:pt idx="62">
                  <c:v>-2.31604578025333</c:v>
                </c:pt>
                <c:pt idx="63">
                  <c:v>-1.59613512137049</c:v>
                </c:pt>
                <c:pt idx="64">
                  <c:v>-1.29427956124729</c:v>
                </c:pt>
                <c:pt idx="65">
                  <c:v>-1.17979133775767</c:v>
                </c:pt>
                <c:pt idx="66">
                  <c:v>-1.14869651048978</c:v>
                </c:pt>
                <c:pt idx="67">
                  <c:v>-1.15836105859285</c:v>
                </c:pt>
                <c:pt idx="68">
                  <c:v>-1.19026351429669</c:v>
                </c:pt>
                <c:pt idx="69">
                  <c:v>-1.23574777518004</c:v>
                </c:pt>
                <c:pt idx="70">
                  <c:v>-1.29051501792621</c:v>
                </c:pt>
                <c:pt idx="71">
                  <c:v>-1.35234168772755</c:v>
                </c:pt>
                <c:pt idx="72">
                  <c:v>-1.42006151416379</c:v>
                </c:pt>
                <c:pt idx="73">
                  <c:v>-1.49307995235561</c:v>
                </c:pt>
                <c:pt idx="74">
                  <c:v>-1.57112876245353</c:v>
                </c:pt>
                <c:pt idx="75">
                  <c:v>-1.65413569559032</c:v>
                </c:pt>
                <c:pt idx="76">
                  <c:v>-1.74215237692708</c:v>
                </c:pt>
                <c:pt idx="77">
                  <c:v>-1.83531302226969</c:v>
                </c:pt>
                <c:pt idx="78">
                  <c:v>-1.93381018383256</c:v>
                </c:pt>
                <c:pt idx="79">
                  <c:v>-2.03788026392215</c:v>
                </c:pt>
                <c:pt idx="80">
                  <c:v>-2.14779483742158</c:v>
                </c:pt>
                <c:pt idx="81">
                  <c:v>-2.26385555884519</c:v>
                </c:pt>
                <c:pt idx="82">
                  <c:v>-2.38639137544745</c:v>
                </c:pt>
                <c:pt idx="83">
                  <c:v>-2.51575730170561</c:v>
                </c:pt>
                <c:pt idx="84">
                  <c:v>-2.65233432251843</c:v>
                </c:pt>
                <c:pt idx="85">
                  <c:v>-2.79653018178714</c:v>
                </c:pt>
                <c:pt idx="86">
                  <c:v>-2.9487809329691</c:v>
                </c:pt>
                <c:pt idx="87">
                  <c:v>-3.1095532081636</c:v>
                </c:pt>
                <c:pt idx="88">
                  <c:v>-3.27934721885326</c:v>
                </c:pt>
                <c:pt idx="89">
                  <c:v>-3.45870054384494</c:v>
                </c:pt>
                <c:pt idx="90">
                  <c:v>-3.64819279299668</c:v>
                </c:pt>
                <c:pt idx="91">
                  <c:v>-3.84845126049876</c:v>
                </c:pt>
                <c:pt idx="92">
                  <c:v>-4.06015769726864</c:v>
                </c:pt>
                <c:pt idx="93">
                  <c:v>-4.28405633312593</c:v>
                </c:pt>
                <c:pt idx="94">
                  <c:v>-4.52096325499183</c:v>
                </c:pt>
                <c:pt idx="95">
                  <c:v>-4.7717771776311</c:v>
                </c:pt>
                <c:pt idx="96">
                  <c:v>-5.0374914938509</c:v>
                </c:pt>
                <c:pt idx="97">
                  <c:v>-5.31920720221837</c:v>
                </c:pt>
                <c:pt idx="98">
                  <c:v>-5.61814578135199</c:v>
                </c:pt>
                <c:pt idx="99">
                  <c:v>-5.93566014043354</c:v>
                </c:pt>
                <c:pt idx="100">
                  <c:v>-6.27324014088559</c:v>
                </c:pt>
                <c:pt idx="101">
                  <c:v>-6.63250638269957</c:v>
                </c:pt>
                <c:pt idx="102">
                  <c:v>-7.01518121441334</c:v>
                </c:pt>
                <c:pt idx="103">
                  <c:v>-7.42301805069355</c:v>
                </c:pt>
                <c:pt idx="104">
                  <c:v>-7.85765726860104</c:v>
                </c:pt>
                <c:pt idx="105">
                  <c:v>-8.32035682656139</c:v>
                </c:pt>
                <c:pt idx="106">
                  <c:v>-8.81151604079721</c:v>
                </c:pt>
                <c:pt idx="107">
                  <c:v>-9.32987228306344</c:v>
                </c:pt>
                <c:pt idx="108">
                  <c:v>-9.87121445784108</c:v>
                </c:pt>
                <c:pt idx="109">
                  <c:v>-10.4264666757257</c:v>
                </c:pt>
                <c:pt idx="110">
                  <c:v>-10.9791609162937</c:v>
                </c:pt>
                <c:pt idx="111">
                  <c:v>-11.5028475256828</c:v>
                </c:pt>
                <c:pt idx="112">
                  <c:v>-11.9600872545456</c:v>
                </c:pt>
                <c:pt idx="113">
                  <c:v>-12.3059661347825</c:v>
                </c:pt>
                <c:pt idx="114">
                  <c:v>-12.4986916013119</c:v>
                </c:pt>
                <c:pt idx="115">
                  <c:v>-12.5151144533541</c:v>
                </c:pt>
                <c:pt idx="116">
                  <c:v>-12.361959788551</c:v>
                </c:pt>
                <c:pt idx="117">
                  <c:v>-12.0735627087208</c:v>
                </c:pt>
                <c:pt idx="118">
                  <c:v>-11.6976217082179</c:v>
                </c:pt>
                <c:pt idx="119">
                  <c:v>-11.2795054898921</c:v>
                </c:pt>
                <c:pt idx="120">
                  <c:v>-10.853208514958</c:v>
                </c:pt>
                <c:pt idx="121">
                  <c:v>-10.4396273130846</c:v>
                </c:pt>
                <c:pt idx="122">
                  <c:v>-10.0489608921913</c:v>
                </c:pt>
                <c:pt idx="123">
                  <c:v>-9.68423828243751</c:v>
                </c:pt>
                <c:pt idx="124">
                  <c:v>-9.34441772070983</c:v>
                </c:pt>
                <c:pt idx="125">
                  <c:v>-9.02659117246576</c:v>
                </c:pt>
                <c:pt idx="126">
                  <c:v>-8.7273462093776</c:v>
                </c:pt>
                <c:pt idx="127">
                  <c:v>-8.44349904888126</c:v>
                </c:pt>
                <c:pt idx="128">
                  <c:v>-8.17241580225777</c:v>
                </c:pt>
                <c:pt idx="129">
                  <c:v>-7.91209108381905</c:v>
                </c:pt>
                <c:pt idx="130">
                  <c:v>-7.66109985150604</c:v>
                </c:pt>
                <c:pt idx="131">
                  <c:v>-7.41849496452746</c:v>
                </c:pt>
                <c:pt idx="132">
                  <c:v>-7.18369205128494</c:v>
                </c:pt>
                <c:pt idx="133">
                  <c:v>-6.95636307050352</c:v>
                </c:pt>
                <c:pt idx="134">
                  <c:v>-6.73634763163239</c:v>
                </c:pt>
                <c:pt idx="135">
                  <c:v>-6.52358418544383</c:v>
                </c:pt>
                <c:pt idx="136">
                  <c:v>-6.31805965661736</c:v>
                </c:pt>
                <c:pt idx="137">
                  <c:v>-6.11977459790332</c:v>
                </c:pt>
                <c:pt idx="138">
                  <c:v>-5.9287205951473</c:v>
                </c:pt>
                <c:pt idx="139">
                  <c:v>-5.74486687762281</c:v>
                </c:pt>
                <c:pt idx="140">
                  <c:v>-5.56815355405794</c:v>
                </c:pt>
                <c:pt idx="141">
                  <c:v>-5.39848941704007</c:v>
                </c:pt>
                <c:pt idx="142">
                  <c:v>-5.23575274531704</c:v>
                </c:pt>
                <c:pt idx="143">
                  <c:v>-5.07979394698571</c:v>
                </c:pt>
                <c:pt idx="144">
                  <c:v>-4.93043921805043</c:v>
                </c:pt>
                <c:pt idx="145">
                  <c:v>-4.78749464607762</c:v>
                </c:pt>
                <c:pt idx="146">
                  <c:v>-4.6507503791977</c:v>
                </c:pt>
                <c:pt idx="147">
                  <c:v>-4.51998461927481</c:v>
                </c:pt>
                <c:pt idx="148">
                  <c:v>-4.3949672964774</c:v>
                </c:pt>
                <c:pt idx="149">
                  <c:v>-4.27546335071938</c:v>
                </c:pt>
                <c:pt idx="150">
                  <c:v>-4.16123559150093</c:v>
                </c:pt>
                <c:pt idx="151">
                  <c:v>-4.05204713774289</c:v>
                </c:pt>
                <c:pt idx="152">
                  <c:v>-3.9476634579382</c:v>
                </c:pt>
                <c:pt idx="153">
                  <c:v>-3.84785404177583</c:v>
                </c:pt>
                <c:pt idx="154">
                  <c:v>-3.75239373983227</c:v>
                </c:pt>
                <c:pt idx="155">
                  <c:v>-3.6610638097638</c:v>
                </c:pt>
                <c:pt idx="156">
                  <c:v>-3.57365270694255</c:v>
                </c:pt>
                <c:pt idx="157">
                  <c:v>-3.48995665555184</c:v>
                </c:pt>
                <c:pt idx="158">
                  <c:v>-3.40978003340359</c:v>
                </c:pt>
                <c:pt idx="159">
                  <c:v>-3.33293560058383</c:v>
                </c:pt>
                <c:pt idx="160">
                  <c:v>-3.25924459874677</c:v>
                </c:pt>
                <c:pt idx="161">
                  <c:v>-3.18853674464585</c:v>
                </c:pt>
                <c:pt idx="162">
                  <c:v>-3.12065013842113</c:v>
                </c:pt>
                <c:pt idx="163">
                  <c:v>-3.05543110432123</c:v>
                </c:pt>
                <c:pt idx="164">
                  <c:v>-2.99273397895654</c:v>
                </c:pt>
                <c:pt idx="165">
                  <c:v>-2.93242085986782</c:v>
                </c:pt>
                <c:pt idx="166">
                  <c:v>-2.87436132514708</c:v>
                </c:pt>
                <c:pt idx="167">
                  <c:v>-2.81843213305381</c:v>
                </c:pt>
                <c:pt idx="168">
                  <c:v>-2.7645169090095</c:v>
                </c:pt>
                <c:pt idx="169">
                  <c:v>-2.71250582600848</c:v>
                </c:pt>
                <c:pt idx="170">
                  <c:v>-2.66229528332988</c:v>
                </c:pt>
                <c:pt idx="171">
                  <c:v>-2.61378758745541</c:v>
                </c:pt>
                <c:pt idx="172">
                  <c:v>-2.56689063826694</c:v>
                </c:pt>
                <c:pt idx="173">
                  <c:v>-2.52151762290111</c:v>
                </c:pt>
                <c:pt idx="174">
                  <c:v>-2.47758671905577</c:v>
                </c:pt>
                <c:pt idx="175">
                  <c:v>-2.4350208090594</c:v>
                </c:pt>
                <c:pt idx="176">
                  <c:v>-2.39374720561686</c:v>
                </c:pt>
                <c:pt idx="177">
                  <c:v>-2.35369738981979</c:v>
                </c:pt>
                <c:pt idx="178">
                  <c:v>-2.31480676174593</c:v>
                </c:pt>
                <c:pt idx="179">
                  <c:v>-2.27701440376066</c:v>
                </c:pt>
                <c:pt idx="180">
                  <c:v>-2.24026285646678</c:v>
                </c:pt>
                <c:pt idx="181">
                  <c:v>-2.20449790711764</c:v>
                </c:pt>
                <c:pt idx="182">
                  <c:v>-2.16966839020929</c:v>
                </c:pt>
                <c:pt idx="183">
                  <c:v>-2.13572599989236</c:v>
                </c:pt>
                <c:pt idx="184">
                  <c:v>-2.10262511379101</c:v>
                </c:pt>
                <c:pt idx="185">
                  <c:v>-2.07032262777988</c:v>
                </c:pt>
                <c:pt idx="186">
                  <c:v>-2.03877780124717</c:v>
                </c:pt>
                <c:pt idx="187">
                  <c:v>-2.00795211236104</c:v>
                </c:pt>
                <c:pt idx="188">
                  <c:v>-1.97780912285391</c:v>
                </c:pt>
                <c:pt idx="189">
                  <c:v>-1.94831435184446</c:v>
                </c:pt>
                <c:pt idx="190">
                  <c:v>-1.91943515822713</c:v>
                </c:pt>
                <c:pt idx="191">
                  <c:v>-1.89114063117425</c:v>
                </c:pt>
                <c:pt idx="192">
                  <c:v>-1.86340148831337</c:v>
                </c:pt>
                <c:pt idx="193">
                  <c:v>-1.83618998116305</c:v>
                </c:pt>
                <c:pt idx="194">
                  <c:v>-1.80947980743265</c:v>
                </c:pt>
                <c:pt idx="195">
                  <c:v>-1.78324602981468</c:v>
                </c:pt>
                <c:pt idx="196">
                  <c:v>-1.75746500092236</c:v>
                </c:pt>
                <c:pt idx="197">
                  <c:v>-1.73211429404975</c:v>
                </c:pt>
                <c:pt idx="198">
                  <c:v>-1.70717263945596</c:v>
                </c:pt>
                <c:pt idx="199">
                  <c:v>-1.68261986589978</c:v>
                </c:pt>
                <c:pt idx="200">
                  <c:v>-1.65843684717531</c:v>
                </c:pt>
                <c:pt idx="201">
                  <c:v>-1.63460545342302</c:v>
                </c:pt>
                <c:pt idx="202">
                  <c:v>-1.61110850701454</c:v>
                </c:pt>
                <c:pt idx="203">
                  <c:v>-1.58792974283273</c:v>
                </c:pt>
                <c:pt idx="204">
                  <c:v>-1.56505377279141</c:v>
                </c:pt>
                <c:pt idx="205">
                  <c:v>-1.5424660544617</c:v>
                </c:pt>
                <c:pt idx="206">
                  <c:v>-1.52015286369408</c:v>
                </c:pt>
                <c:pt idx="207">
                  <c:v>-1.49810127114725</c:v>
                </c:pt>
                <c:pt idx="208">
                  <c:v>-1.47629912265626</c:v>
                </c:pt>
                <c:pt idx="209">
                  <c:v>-1.45473502339398</c:v>
                </c:pt>
                <c:pt idx="210">
                  <c:v>-1.43339832580103</c:v>
                </c:pt>
                <c:pt idx="211">
                  <c:v>-1.41227912128021</c:v>
                </c:pt>
                <c:pt idx="212">
                  <c:v>-1.39136823567277</c:v>
                </c:pt>
                <c:pt idx="213">
                  <c:v>-1.37065722855421</c:v>
                </c:pt>
                <c:pt idx="214">
                  <c:v>-1.35013839640846</c:v>
                </c:pt>
                <c:pt idx="215">
                  <c:v>-1.32980477975957</c:v>
                </c:pt>
                <c:pt idx="216">
                  <c:v>-1.30965017436111</c:v>
                </c:pt>
                <c:pt idx="217">
                  <c:v>-1.28966914656311</c:v>
                </c:pt>
                <c:pt idx="218">
                  <c:v>-1.26985705299714</c:v>
                </c:pt>
                <c:pt idx="219">
                  <c:v>-1.25021006473927</c:v>
                </c:pt>
                <c:pt idx="220">
                  <c:v>-1.23072519613001</c:v>
                </c:pt>
                <c:pt idx="221">
                  <c:v>-1.21140033844831</c:v>
                </c:pt>
                <c:pt idx="222">
                  <c:v>-1.19223429865354</c:v>
                </c:pt>
                <c:pt idx="223">
                  <c:v>-1.17322684342532</c:v>
                </c:pt>
                <c:pt idx="224">
                  <c:v>-1.15437874874341</c:v>
                </c:pt>
                <c:pt idx="225">
                  <c:v>-1.13569185526102</c:v>
                </c:pt>
                <c:pt idx="226">
                  <c:v>-1.1171691297315</c:v>
                </c:pt>
                <c:pt idx="227">
                  <c:v>-1.09881473275073</c:v>
                </c:pt>
                <c:pt idx="228">
                  <c:v>-1.08063409307411</c:v>
                </c:pt>
                <c:pt idx="229">
                  <c:v>-1.06263398875706</c:v>
                </c:pt>
                <c:pt idx="230">
                  <c:v>-1.04482263534852</c:v>
                </c:pt>
                <c:pt idx="231">
                  <c:v>-1.02720978133766</c:v>
                </c:pt>
                <c:pt idx="232">
                  <c:v>-1.00980681101144</c:v>
                </c:pt>
                <c:pt idx="233">
                  <c:v>-0.992626854823228</c:v>
                </c:pt>
                <c:pt idx="234">
                  <c:v>-0.975684907296233</c:v>
                </c:pt>
                <c:pt idx="235">
                  <c:v>-0.958997952388091</c:v>
                </c:pt>
                <c:pt idx="236">
                  <c:v>-0.942585096119414</c:v>
                </c:pt>
                <c:pt idx="237">
                  <c:v>-0.926467706116087</c:v>
                </c:pt>
                <c:pt idx="238">
                  <c:v>-0.910669557527557</c:v>
                </c:pt>
                <c:pt idx="239">
                  <c:v>-0.895216984556081</c:v>
                </c:pt>
                <c:pt idx="240">
                  <c:v>-0.880139036559926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Sheet1!$B$973</c:f>
              <c:strCache>
                <c:ptCount val="1"/>
                <c:pt idx="0">
                  <c:v>300 μm</c:v>
                </c:pt>
              </c:strCache>
            </c:strRef>
          </c:tx>
          <c:spPr>
            <a:ln w="20955">
              <a:solidFill>
                <a:srgbClr val="6B733C"/>
              </a:solidFill>
            </a:ln>
          </c:spPr>
          <c:marker>
            <c:symbol val="none"/>
          </c:marker>
          <c:xVal>
            <c:numRef>
              <c:f>Sheet1!$A$974:$A$1214</c:f>
              <c:numCache>
                <c:formatCode>General</c:formatCode>
                <c:ptCount val="241"/>
                <c:pt idx="0">
                  <c:v>100.0</c:v>
                </c:pt>
                <c:pt idx="1">
                  <c:v>100.5</c:v>
                </c:pt>
                <c:pt idx="2">
                  <c:v>101.0</c:v>
                </c:pt>
                <c:pt idx="3">
                  <c:v>101.5</c:v>
                </c:pt>
                <c:pt idx="4">
                  <c:v>102.0</c:v>
                </c:pt>
                <c:pt idx="5">
                  <c:v>102.5</c:v>
                </c:pt>
                <c:pt idx="6">
                  <c:v>103.0</c:v>
                </c:pt>
                <c:pt idx="7">
                  <c:v>103.5</c:v>
                </c:pt>
                <c:pt idx="8">
                  <c:v>104.0</c:v>
                </c:pt>
                <c:pt idx="9">
                  <c:v>104.5</c:v>
                </c:pt>
                <c:pt idx="10">
                  <c:v>105.0</c:v>
                </c:pt>
                <c:pt idx="11">
                  <c:v>105.5</c:v>
                </c:pt>
                <c:pt idx="12">
                  <c:v>106.0</c:v>
                </c:pt>
                <c:pt idx="13">
                  <c:v>106.5</c:v>
                </c:pt>
                <c:pt idx="14">
                  <c:v>107.0</c:v>
                </c:pt>
                <c:pt idx="15">
                  <c:v>107.5</c:v>
                </c:pt>
                <c:pt idx="16">
                  <c:v>108.0</c:v>
                </c:pt>
                <c:pt idx="17">
                  <c:v>108.5</c:v>
                </c:pt>
                <c:pt idx="18">
                  <c:v>109.0</c:v>
                </c:pt>
                <c:pt idx="19">
                  <c:v>109.5</c:v>
                </c:pt>
                <c:pt idx="20">
                  <c:v>110.0</c:v>
                </c:pt>
                <c:pt idx="21">
                  <c:v>110.5</c:v>
                </c:pt>
                <c:pt idx="22">
                  <c:v>111.0</c:v>
                </c:pt>
                <c:pt idx="23">
                  <c:v>111.5</c:v>
                </c:pt>
                <c:pt idx="24">
                  <c:v>112.0</c:v>
                </c:pt>
                <c:pt idx="25">
                  <c:v>112.5</c:v>
                </c:pt>
                <c:pt idx="26">
                  <c:v>113.0</c:v>
                </c:pt>
                <c:pt idx="27">
                  <c:v>113.5</c:v>
                </c:pt>
                <c:pt idx="28">
                  <c:v>114.0</c:v>
                </c:pt>
                <c:pt idx="29">
                  <c:v>114.5</c:v>
                </c:pt>
                <c:pt idx="30">
                  <c:v>115.0</c:v>
                </c:pt>
                <c:pt idx="31">
                  <c:v>115.5</c:v>
                </c:pt>
                <c:pt idx="32">
                  <c:v>116.0</c:v>
                </c:pt>
                <c:pt idx="33">
                  <c:v>116.5</c:v>
                </c:pt>
                <c:pt idx="34">
                  <c:v>117.0</c:v>
                </c:pt>
                <c:pt idx="35">
                  <c:v>117.5</c:v>
                </c:pt>
                <c:pt idx="36">
                  <c:v>118.0</c:v>
                </c:pt>
                <c:pt idx="37">
                  <c:v>118.5</c:v>
                </c:pt>
                <c:pt idx="38">
                  <c:v>119.0</c:v>
                </c:pt>
                <c:pt idx="39">
                  <c:v>119.5</c:v>
                </c:pt>
                <c:pt idx="40">
                  <c:v>120.0</c:v>
                </c:pt>
                <c:pt idx="41">
                  <c:v>120.5</c:v>
                </c:pt>
                <c:pt idx="42">
                  <c:v>121.0</c:v>
                </c:pt>
                <c:pt idx="43">
                  <c:v>121.5</c:v>
                </c:pt>
                <c:pt idx="44">
                  <c:v>122.0</c:v>
                </c:pt>
                <c:pt idx="45">
                  <c:v>122.5</c:v>
                </c:pt>
                <c:pt idx="46">
                  <c:v>123.0</c:v>
                </c:pt>
                <c:pt idx="47">
                  <c:v>123.5</c:v>
                </c:pt>
                <c:pt idx="48">
                  <c:v>124.0</c:v>
                </c:pt>
                <c:pt idx="49">
                  <c:v>124.5</c:v>
                </c:pt>
                <c:pt idx="50">
                  <c:v>125.0</c:v>
                </c:pt>
                <c:pt idx="51">
                  <c:v>125.5</c:v>
                </c:pt>
                <c:pt idx="52">
                  <c:v>126.0</c:v>
                </c:pt>
                <c:pt idx="53">
                  <c:v>126.5</c:v>
                </c:pt>
                <c:pt idx="54">
                  <c:v>127.0</c:v>
                </c:pt>
                <c:pt idx="55">
                  <c:v>127.5</c:v>
                </c:pt>
                <c:pt idx="56">
                  <c:v>128.0</c:v>
                </c:pt>
                <c:pt idx="57">
                  <c:v>128.5</c:v>
                </c:pt>
                <c:pt idx="58">
                  <c:v>129.0</c:v>
                </c:pt>
                <c:pt idx="59">
                  <c:v>129.5</c:v>
                </c:pt>
                <c:pt idx="60">
                  <c:v>130.0</c:v>
                </c:pt>
                <c:pt idx="61">
                  <c:v>130.5</c:v>
                </c:pt>
                <c:pt idx="62">
                  <c:v>131.0</c:v>
                </c:pt>
                <c:pt idx="63">
                  <c:v>131.5</c:v>
                </c:pt>
                <c:pt idx="64">
                  <c:v>132.0</c:v>
                </c:pt>
                <c:pt idx="65">
                  <c:v>132.5</c:v>
                </c:pt>
                <c:pt idx="66">
                  <c:v>133.0</c:v>
                </c:pt>
                <c:pt idx="67">
                  <c:v>133.5</c:v>
                </c:pt>
                <c:pt idx="68">
                  <c:v>134.0</c:v>
                </c:pt>
                <c:pt idx="69">
                  <c:v>134.5</c:v>
                </c:pt>
                <c:pt idx="70">
                  <c:v>135.0</c:v>
                </c:pt>
                <c:pt idx="71">
                  <c:v>135.5</c:v>
                </c:pt>
                <c:pt idx="72">
                  <c:v>136.0</c:v>
                </c:pt>
                <c:pt idx="73">
                  <c:v>136.5</c:v>
                </c:pt>
                <c:pt idx="74">
                  <c:v>137.0</c:v>
                </c:pt>
                <c:pt idx="75">
                  <c:v>137.5</c:v>
                </c:pt>
                <c:pt idx="76">
                  <c:v>138.0</c:v>
                </c:pt>
                <c:pt idx="77">
                  <c:v>138.5</c:v>
                </c:pt>
                <c:pt idx="78">
                  <c:v>139.0</c:v>
                </c:pt>
                <c:pt idx="79">
                  <c:v>139.5</c:v>
                </c:pt>
                <c:pt idx="80">
                  <c:v>140.0</c:v>
                </c:pt>
                <c:pt idx="81">
                  <c:v>140.5</c:v>
                </c:pt>
                <c:pt idx="82">
                  <c:v>141.0</c:v>
                </c:pt>
                <c:pt idx="83">
                  <c:v>141.5</c:v>
                </c:pt>
                <c:pt idx="84">
                  <c:v>142.0</c:v>
                </c:pt>
                <c:pt idx="85">
                  <c:v>142.5</c:v>
                </c:pt>
                <c:pt idx="86">
                  <c:v>143.0</c:v>
                </c:pt>
                <c:pt idx="87">
                  <c:v>143.5</c:v>
                </c:pt>
                <c:pt idx="88">
                  <c:v>144.0</c:v>
                </c:pt>
                <c:pt idx="89">
                  <c:v>144.5</c:v>
                </c:pt>
                <c:pt idx="90">
                  <c:v>145.0</c:v>
                </c:pt>
                <c:pt idx="91">
                  <c:v>145.5</c:v>
                </c:pt>
                <c:pt idx="92">
                  <c:v>146.0</c:v>
                </c:pt>
                <c:pt idx="93">
                  <c:v>146.5</c:v>
                </c:pt>
                <c:pt idx="94">
                  <c:v>147.0</c:v>
                </c:pt>
                <c:pt idx="95">
                  <c:v>147.5</c:v>
                </c:pt>
                <c:pt idx="96">
                  <c:v>148.0</c:v>
                </c:pt>
                <c:pt idx="97">
                  <c:v>148.5</c:v>
                </c:pt>
                <c:pt idx="98">
                  <c:v>149.0</c:v>
                </c:pt>
                <c:pt idx="99">
                  <c:v>149.5</c:v>
                </c:pt>
                <c:pt idx="100">
                  <c:v>150.0</c:v>
                </c:pt>
                <c:pt idx="101">
                  <c:v>150.5</c:v>
                </c:pt>
                <c:pt idx="102">
                  <c:v>151.0</c:v>
                </c:pt>
                <c:pt idx="103">
                  <c:v>151.5</c:v>
                </c:pt>
                <c:pt idx="104">
                  <c:v>152.0</c:v>
                </c:pt>
                <c:pt idx="105">
                  <c:v>152.5</c:v>
                </c:pt>
                <c:pt idx="106">
                  <c:v>153.0</c:v>
                </c:pt>
                <c:pt idx="107">
                  <c:v>153.5</c:v>
                </c:pt>
                <c:pt idx="108">
                  <c:v>154.0</c:v>
                </c:pt>
                <c:pt idx="109">
                  <c:v>154.5</c:v>
                </c:pt>
                <c:pt idx="110">
                  <c:v>155.0</c:v>
                </c:pt>
                <c:pt idx="111">
                  <c:v>155.5</c:v>
                </c:pt>
                <c:pt idx="112">
                  <c:v>156.0</c:v>
                </c:pt>
                <c:pt idx="113">
                  <c:v>156.5</c:v>
                </c:pt>
                <c:pt idx="114">
                  <c:v>157.0</c:v>
                </c:pt>
                <c:pt idx="115">
                  <c:v>157.5</c:v>
                </c:pt>
                <c:pt idx="116">
                  <c:v>158.0</c:v>
                </c:pt>
                <c:pt idx="117">
                  <c:v>158.5</c:v>
                </c:pt>
                <c:pt idx="118">
                  <c:v>159.0</c:v>
                </c:pt>
                <c:pt idx="119">
                  <c:v>159.5</c:v>
                </c:pt>
                <c:pt idx="120">
                  <c:v>160.0</c:v>
                </c:pt>
                <c:pt idx="121">
                  <c:v>160.5</c:v>
                </c:pt>
                <c:pt idx="122">
                  <c:v>161.0</c:v>
                </c:pt>
                <c:pt idx="123">
                  <c:v>161.5</c:v>
                </c:pt>
                <c:pt idx="124">
                  <c:v>162.0</c:v>
                </c:pt>
                <c:pt idx="125">
                  <c:v>162.5</c:v>
                </c:pt>
                <c:pt idx="126">
                  <c:v>163.0</c:v>
                </c:pt>
                <c:pt idx="127">
                  <c:v>163.5</c:v>
                </c:pt>
                <c:pt idx="128">
                  <c:v>164.0</c:v>
                </c:pt>
                <c:pt idx="129">
                  <c:v>164.5</c:v>
                </c:pt>
                <c:pt idx="130">
                  <c:v>165.0</c:v>
                </c:pt>
                <c:pt idx="131">
                  <c:v>165.5</c:v>
                </c:pt>
                <c:pt idx="132">
                  <c:v>166.0</c:v>
                </c:pt>
                <c:pt idx="133">
                  <c:v>166.5</c:v>
                </c:pt>
                <c:pt idx="134">
                  <c:v>167.0</c:v>
                </c:pt>
                <c:pt idx="135">
                  <c:v>167.5</c:v>
                </c:pt>
                <c:pt idx="136">
                  <c:v>168.0</c:v>
                </c:pt>
                <c:pt idx="137">
                  <c:v>168.5</c:v>
                </c:pt>
                <c:pt idx="138">
                  <c:v>169.0</c:v>
                </c:pt>
                <c:pt idx="139">
                  <c:v>169.5</c:v>
                </c:pt>
                <c:pt idx="140">
                  <c:v>170.0</c:v>
                </c:pt>
                <c:pt idx="141">
                  <c:v>170.5</c:v>
                </c:pt>
                <c:pt idx="142">
                  <c:v>171.0</c:v>
                </c:pt>
                <c:pt idx="143">
                  <c:v>171.5</c:v>
                </c:pt>
                <c:pt idx="144">
                  <c:v>172.0</c:v>
                </c:pt>
                <c:pt idx="145">
                  <c:v>172.5</c:v>
                </c:pt>
                <c:pt idx="146">
                  <c:v>173.0</c:v>
                </c:pt>
                <c:pt idx="147">
                  <c:v>173.5</c:v>
                </c:pt>
                <c:pt idx="148">
                  <c:v>174.0</c:v>
                </c:pt>
                <c:pt idx="149">
                  <c:v>174.5</c:v>
                </c:pt>
                <c:pt idx="150">
                  <c:v>175.0</c:v>
                </c:pt>
                <c:pt idx="151">
                  <c:v>175.5</c:v>
                </c:pt>
                <c:pt idx="152">
                  <c:v>176.0</c:v>
                </c:pt>
                <c:pt idx="153">
                  <c:v>176.5</c:v>
                </c:pt>
                <c:pt idx="154">
                  <c:v>177.0</c:v>
                </c:pt>
                <c:pt idx="155">
                  <c:v>177.5</c:v>
                </c:pt>
                <c:pt idx="156">
                  <c:v>178.0</c:v>
                </c:pt>
                <c:pt idx="157">
                  <c:v>178.5</c:v>
                </c:pt>
                <c:pt idx="158">
                  <c:v>179.0</c:v>
                </c:pt>
                <c:pt idx="159">
                  <c:v>179.5</c:v>
                </c:pt>
                <c:pt idx="160">
                  <c:v>180.0</c:v>
                </c:pt>
                <c:pt idx="161">
                  <c:v>180.5</c:v>
                </c:pt>
                <c:pt idx="162">
                  <c:v>181.0</c:v>
                </c:pt>
                <c:pt idx="163">
                  <c:v>181.5</c:v>
                </c:pt>
                <c:pt idx="164">
                  <c:v>182.0</c:v>
                </c:pt>
                <c:pt idx="165">
                  <c:v>182.5</c:v>
                </c:pt>
                <c:pt idx="166">
                  <c:v>183.0</c:v>
                </c:pt>
                <c:pt idx="167">
                  <c:v>183.5</c:v>
                </c:pt>
                <c:pt idx="168">
                  <c:v>184.0</c:v>
                </c:pt>
                <c:pt idx="169">
                  <c:v>184.5</c:v>
                </c:pt>
                <c:pt idx="170">
                  <c:v>185.0</c:v>
                </c:pt>
                <c:pt idx="171">
                  <c:v>185.5</c:v>
                </c:pt>
                <c:pt idx="172">
                  <c:v>186.0</c:v>
                </c:pt>
                <c:pt idx="173">
                  <c:v>186.5</c:v>
                </c:pt>
                <c:pt idx="174">
                  <c:v>187.0</c:v>
                </c:pt>
                <c:pt idx="175">
                  <c:v>187.5</c:v>
                </c:pt>
                <c:pt idx="176">
                  <c:v>188.0</c:v>
                </c:pt>
                <c:pt idx="177">
                  <c:v>188.5</c:v>
                </c:pt>
                <c:pt idx="178">
                  <c:v>189.0</c:v>
                </c:pt>
                <c:pt idx="179">
                  <c:v>189.5</c:v>
                </c:pt>
                <c:pt idx="180">
                  <c:v>190.0</c:v>
                </c:pt>
                <c:pt idx="181">
                  <c:v>190.5</c:v>
                </c:pt>
                <c:pt idx="182">
                  <c:v>191.0</c:v>
                </c:pt>
                <c:pt idx="183">
                  <c:v>191.5</c:v>
                </c:pt>
                <c:pt idx="184">
                  <c:v>192.0</c:v>
                </c:pt>
                <c:pt idx="185">
                  <c:v>192.5</c:v>
                </c:pt>
                <c:pt idx="186">
                  <c:v>193.0</c:v>
                </c:pt>
                <c:pt idx="187">
                  <c:v>193.5</c:v>
                </c:pt>
                <c:pt idx="188">
                  <c:v>194.0</c:v>
                </c:pt>
                <c:pt idx="189">
                  <c:v>194.5</c:v>
                </c:pt>
                <c:pt idx="190">
                  <c:v>195.0</c:v>
                </c:pt>
                <c:pt idx="191">
                  <c:v>195.5</c:v>
                </c:pt>
                <c:pt idx="192">
                  <c:v>196.0</c:v>
                </c:pt>
                <c:pt idx="193">
                  <c:v>196.5</c:v>
                </c:pt>
                <c:pt idx="194">
                  <c:v>197.0</c:v>
                </c:pt>
                <c:pt idx="195">
                  <c:v>197.5</c:v>
                </c:pt>
                <c:pt idx="196">
                  <c:v>198.0</c:v>
                </c:pt>
                <c:pt idx="197">
                  <c:v>198.5</c:v>
                </c:pt>
                <c:pt idx="198">
                  <c:v>199.0</c:v>
                </c:pt>
                <c:pt idx="199">
                  <c:v>199.5</c:v>
                </c:pt>
                <c:pt idx="200">
                  <c:v>200.0</c:v>
                </c:pt>
                <c:pt idx="201">
                  <c:v>200.5</c:v>
                </c:pt>
                <c:pt idx="202">
                  <c:v>201.0</c:v>
                </c:pt>
                <c:pt idx="203">
                  <c:v>201.5</c:v>
                </c:pt>
                <c:pt idx="204">
                  <c:v>202.0</c:v>
                </c:pt>
                <c:pt idx="205">
                  <c:v>202.5</c:v>
                </c:pt>
                <c:pt idx="206">
                  <c:v>203.0</c:v>
                </c:pt>
                <c:pt idx="207">
                  <c:v>203.5</c:v>
                </c:pt>
                <c:pt idx="208">
                  <c:v>204.0</c:v>
                </c:pt>
                <c:pt idx="209">
                  <c:v>204.5</c:v>
                </c:pt>
                <c:pt idx="210">
                  <c:v>205.0</c:v>
                </c:pt>
                <c:pt idx="211">
                  <c:v>205.5</c:v>
                </c:pt>
                <c:pt idx="212">
                  <c:v>206.0</c:v>
                </c:pt>
                <c:pt idx="213">
                  <c:v>206.5</c:v>
                </c:pt>
                <c:pt idx="214">
                  <c:v>207.0</c:v>
                </c:pt>
                <c:pt idx="215">
                  <c:v>207.5</c:v>
                </c:pt>
                <c:pt idx="216">
                  <c:v>208.0</c:v>
                </c:pt>
                <c:pt idx="217">
                  <c:v>208.5</c:v>
                </c:pt>
                <c:pt idx="218">
                  <c:v>209.0</c:v>
                </c:pt>
                <c:pt idx="219">
                  <c:v>209.5</c:v>
                </c:pt>
                <c:pt idx="220">
                  <c:v>210.0</c:v>
                </c:pt>
                <c:pt idx="221">
                  <c:v>210.5</c:v>
                </c:pt>
                <c:pt idx="222">
                  <c:v>211.0</c:v>
                </c:pt>
                <c:pt idx="223">
                  <c:v>211.5</c:v>
                </c:pt>
                <c:pt idx="224">
                  <c:v>212.0</c:v>
                </c:pt>
                <c:pt idx="225">
                  <c:v>212.5</c:v>
                </c:pt>
                <c:pt idx="226">
                  <c:v>213.0</c:v>
                </c:pt>
                <c:pt idx="227">
                  <c:v>213.5</c:v>
                </c:pt>
                <c:pt idx="228">
                  <c:v>214.0</c:v>
                </c:pt>
                <c:pt idx="229">
                  <c:v>214.5</c:v>
                </c:pt>
                <c:pt idx="230">
                  <c:v>215.0</c:v>
                </c:pt>
                <c:pt idx="231">
                  <c:v>215.5</c:v>
                </c:pt>
                <c:pt idx="232">
                  <c:v>216.0</c:v>
                </c:pt>
                <c:pt idx="233">
                  <c:v>216.5</c:v>
                </c:pt>
                <c:pt idx="234">
                  <c:v>217.0</c:v>
                </c:pt>
                <c:pt idx="235">
                  <c:v>217.5</c:v>
                </c:pt>
                <c:pt idx="236">
                  <c:v>218.0</c:v>
                </c:pt>
                <c:pt idx="237">
                  <c:v>218.5</c:v>
                </c:pt>
                <c:pt idx="238">
                  <c:v>219.0</c:v>
                </c:pt>
                <c:pt idx="239">
                  <c:v>219.5</c:v>
                </c:pt>
                <c:pt idx="240">
                  <c:v>220.0</c:v>
                </c:pt>
              </c:numCache>
            </c:numRef>
          </c:xVal>
          <c:yVal>
            <c:numRef>
              <c:f>Sheet1!$B$974:$B$1214</c:f>
              <c:numCache>
                <c:formatCode>General</c:formatCode>
                <c:ptCount val="241"/>
                <c:pt idx="0">
                  <c:v>-0.227452724741331</c:v>
                </c:pt>
                <c:pt idx="1">
                  <c:v>-0.243025560033128</c:v>
                </c:pt>
                <c:pt idx="2">
                  <c:v>-0.26111251469704</c:v>
                </c:pt>
                <c:pt idx="3">
                  <c:v>-0.282377177080604</c:v>
                </c:pt>
                <c:pt idx="4">
                  <c:v>-0.307758229915612</c:v>
                </c:pt>
                <c:pt idx="5">
                  <c:v>-0.338619205597977</c:v>
                </c:pt>
                <c:pt idx="6">
                  <c:v>-0.377002639597303</c:v>
                </c:pt>
                <c:pt idx="7">
                  <c:v>-0.426079792620061</c:v>
                </c:pt>
                <c:pt idx="8">
                  <c:v>-0.490985295321756</c:v>
                </c:pt>
                <c:pt idx="9">
                  <c:v>-0.580452393776397</c:v>
                </c:pt>
                <c:pt idx="10">
                  <c:v>-0.710215361496967</c:v>
                </c:pt>
                <c:pt idx="11">
                  <c:v>-0.910540674855692</c:v>
                </c:pt>
                <c:pt idx="12">
                  <c:v>-1.24367086404972</c:v>
                </c:pt>
                <c:pt idx="13">
                  <c:v>-1.84206775866082</c:v>
                </c:pt>
                <c:pt idx="14">
                  <c:v>-2.93874427311401</c:v>
                </c:pt>
                <c:pt idx="15">
                  <c:v>-4.32205881503508</c:v>
                </c:pt>
                <c:pt idx="16">
                  <c:v>-3.86035912571567</c:v>
                </c:pt>
                <c:pt idx="17">
                  <c:v>-2.27951771536504</c:v>
                </c:pt>
                <c:pt idx="18">
                  <c:v>-1.33580099436129</c:v>
                </c:pt>
                <c:pt idx="19">
                  <c:v>-0.878142115070076</c:v>
                </c:pt>
                <c:pt idx="20">
                  <c:v>-0.648862376988367</c:v>
                </c:pt>
                <c:pt idx="21">
                  <c:v>-0.527239427739437</c:v>
                </c:pt>
                <c:pt idx="22">
                  <c:v>-0.460298422234248</c:v>
                </c:pt>
                <c:pt idx="23">
                  <c:v>-0.423400103103794</c:v>
                </c:pt>
                <c:pt idx="24">
                  <c:v>-0.404214601423703</c:v>
                </c:pt>
                <c:pt idx="25">
                  <c:v>-0.396146523297137</c:v>
                </c:pt>
                <c:pt idx="26">
                  <c:v>-0.395463582445514</c:v>
                </c:pt>
                <c:pt idx="27">
                  <c:v>-0.399954235984168</c:v>
                </c:pt>
                <c:pt idx="28">
                  <c:v>-0.4082595068467</c:v>
                </c:pt>
                <c:pt idx="29">
                  <c:v>-0.419521545037973</c:v>
                </c:pt>
                <c:pt idx="30">
                  <c:v>-0.433189768491258</c:v>
                </c:pt>
                <c:pt idx="31">
                  <c:v>-0.448909488374924</c:v>
                </c:pt>
                <c:pt idx="32">
                  <c:v>-0.466455705324764</c:v>
                </c:pt>
                <c:pt idx="33">
                  <c:v>-0.485692671682585</c:v>
                </c:pt>
                <c:pt idx="34">
                  <c:v>-0.506548720870732</c:v>
                </c:pt>
                <c:pt idx="35">
                  <c:v>-0.529000491385096</c:v>
                </c:pt>
                <c:pt idx="36">
                  <c:v>-0.553063176081492</c:v>
                </c:pt>
                <c:pt idx="37">
                  <c:v>-0.57878483833017</c:v>
                </c:pt>
                <c:pt idx="38">
                  <c:v>-0.606243669962139</c:v>
                </c:pt>
                <c:pt idx="39">
                  <c:v>-0.635547590795801</c:v>
                </c:pt>
                <c:pt idx="40">
                  <c:v>-0.666835955095805</c:v>
                </c:pt>
                <c:pt idx="41">
                  <c:v>-0.700283427730352</c:v>
                </c:pt>
                <c:pt idx="42">
                  <c:v>-0.736106388463142</c:v>
                </c:pt>
                <c:pt idx="43">
                  <c:v>-0.774572579966611</c:v>
                </c:pt>
                <c:pt idx="44">
                  <c:v>-0.816015213328714</c:v>
                </c:pt>
                <c:pt idx="45">
                  <c:v>-0.860853505635601</c:v>
                </c:pt>
                <c:pt idx="46">
                  <c:v>-0.909622854582678</c:v>
                </c:pt>
                <c:pt idx="47">
                  <c:v>-0.963019929488349</c:v>
                </c:pt>
                <c:pt idx="48">
                  <c:v>-1.02197158466822</c:v>
                </c:pt>
                <c:pt idx="49">
                  <c:v>-1.08774307246514</c:v>
                </c:pt>
                <c:pt idx="50">
                  <c:v>-1.16211339884775</c:v>
                </c:pt>
                <c:pt idx="51">
                  <c:v>-1.24766990272992</c:v>
                </c:pt>
                <c:pt idx="52">
                  <c:v>-1.34832378889261</c:v>
                </c:pt>
                <c:pt idx="53">
                  <c:v>-1.47025485145382</c:v>
                </c:pt>
                <c:pt idx="54">
                  <c:v>-1.62373247563293</c:v>
                </c:pt>
                <c:pt idx="55">
                  <c:v>-1.8268118796696</c:v>
                </c:pt>
                <c:pt idx="56">
                  <c:v>-2.11314061899627</c:v>
                </c:pt>
                <c:pt idx="57">
                  <c:v>-2.54802070423275</c:v>
                </c:pt>
                <c:pt idx="58">
                  <c:v>-3.24925590712684</c:v>
                </c:pt>
                <c:pt idx="59">
                  <c:v>-4.27606505759097</c:v>
                </c:pt>
                <c:pt idx="60">
                  <c:v>-4.70805913149753</c:v>
                </c:pt>
                <c:pt idx="61">
                  <c:v>-3.47304768727718</c:v>
                </c:pt>
                <c:pt idx="62">
                  <c:v>-2.38374849372252</c:v>
                </c:pt>
                <c:pt idx="63">
                  <c:v>-1.91849649142609</c:v>
                </c:pt>
                <c:pt idx="64">
                  <c:v>-1.76487868091595</c:v>
                </c:pt>
                <c:pt idx="65">
                  <c:v>-1.74492169036879</c:v>
                </c:pt>
                <c:pt idx="66">
                  <c:v>-1.78638885682011</c:v>
                </c:pt>
                <c:pt idx="67">
                  <c:v>-1.85957275171685</c:v>
                </c:pt>
                <c:pt idx="68">
                  <c:v>-1.95144397945688</c:v>
                </c:pt>
                <c:pt idx="69">
                  <c:v>-2.05594211131053</c:v>
                </c:pt>
                <c:pt idx="70">
                  <c:v>-2.17014007373059</c:v>
                </c:pt>
                <c:pt idx="71">
                  <c:v>-2.292615388012</c:v>
                </c:pt>
                <c:pt idx="72">
                  <c:v>-2.42270817979042</c:v>
                </c:pt>
                <c:pt idx="73">
                  <c:v>-2.56016077298586</c:v>
                </c:pt>
                <c:pt idx="74">
                  <c:v>-2.70493187625143</c:v>
                </c:pt>
                <c:pt idx="75">
                  <c:v>-2.85709491640836</c:v>
                </c:pt>
                <c:pt idx="76">
                  <c:v>-3.01677864613656</c:v>
                </c:pt>
                <c:pt idx="77">
                  <c:v>-3.18412962300829</c:v>
                </c:pt>
                <c:pt idx="78">
                  <c:v>-3.35928616789252</c:v>
                </c:pt>
                <c:pt idx="79">
                  <c:v>-3.54235832085948</c:v>
                </c:pt>
                <c:pt idx="80">
                  <c:v>-3.7334108549541</c:v>
                </c:pt>
                <c:pt idx="81">
                  <c:v>-3.93244782254918</c:v>
                </c:pt>
                <c:pt idx="82">
                  <c:v>-4.13939799121989</c:v>
                </c:pt>
                <c:pt idx="83">
                  <c:v>-4.35410118341014</c:v>
                </c:pt>
                <c:pt idx="84">
                  <c:v>-4.57629614069535</c:v>
                </c:pt>
                <c:pt idx="85">
                  <c:v>-4.80561119917746</c:v>
                </c:pt>
                <c:pt idx="86">
                  <c:v>-5.04155986067837</c:v>
                </c:pt>
                <c:pt idx="87">
                  <c:v>-5.28354431310103</c:v>
                </c:pt>
                <c:pt idx="88">
                  <c:v>-5.53087107430127</c:v>
                </c:pt>
                <c:pt idx="89">
                  <c:v>-5.78278408162443</c:v>
                </c:pt>
                <c:pt idx="90">
                  <c:v>-6.03852139968886</c:v>
                </c:pt>
                <c:pt idx="91">
                  <c:v>-6.29740160236201</c:v>
                </c:pt>
                <c:pt idx="92">
                  <c:v>-6.55894357839289</c:v>
                </c:pt>
                <c:pt idx="93">
                  <c:v>-6.82301699929227</c:v>
                </c:pt>
                <c:pt idx="94">
                  <c:v>-7.09000702932834</c:v>
                </c:pt>
                <c:pt idx="95">
                  <c:v>-7.36095251617218</c:v>
                </c:pt>
                <c:pt idx="96">
                  <c:v>-7.63757940386312</c:v>
                </c:pt>
                <c:pt idx="97">
                  <c:v>-7.92210350503547</c:v>
                </c:pt>
                <c:pt idx="98">
                  <c:v>-8.21663651612392</c:v>
                </c:pt>
                <c:pt idx="99">
                  <c:v>-8.52204032795428</c:v>
                </c:pt>
                <c:pt idx="100">
                  <c:v>-8.83621230841787</c:v>
                </c:pt>
                <c:pt idx="101">
                  <c:v>-9.15212135893027</c:v>
                </c:pt>
                <c:pt idx="102">
                  <c:v>-9.45641637983094</c:v>
                </c:pt>
                <c:pt idx="103">
                  <c:v>-9.72980246523876</c:v>
                </c:pt>
                <c:pt idx="104">
                  <c:v>-9.95008031137613</c:v>
                </c:pt>
                <c:pt idx="105">
                  <c:v>-10.0974309327371</c:v>
                </c:pt>
                <c:pt idx="106">
                  <c:v>-10.1598221950107</c:v>
                </c:pt>
                <c:pt idx="107">
                  <c:v>-10.1358606714378</c:v>
                </c:pt>
                <c:pt idx="108">
                  <c:v>-10.0338757217266</c:v>
                </c:pt>
                <c:pt idx="109">
                  <c:v>-9.86830465548235</c:v>
                </c:pt>
                <c:pt idx="110">
                  <c:v>-9.65555260299199</c:v>
                </c:pt>
                <c:pt idx="111">
                  <c:v>-9.41093631321491</c:v>
                </c:pt>
                <c:pt idx="112">
                  <c:v>-9.14714758784821</c:v>
                </c:pt>
                <c:pt idx="113">
                  <c:v>-8.87389618923172</c:v>
                </c:pt>
                <c:pt idx="114">
                  <c:v>-8.59819983182635</c:v>
                </c:pt>
                <c:pt idx="115">
                  <c:v>-8.32491158509497</c:v>
                </c:pt>
                <c:pt idx="116">
                  <c:v>-8.05725731829403</c:v>
                </c:pt>
                <c:pt idx="117">
                  <c:v>-7.79728955914788</c:v>
                </c:pt>
                <c:pt idx="118">
                  <c:v>-7.54623706848803</c:v>
                </c:pt>
                <c:pt idx="119">
                  <c:v>-7.30476066943038</c:v>
                </c:pt>
                <c:pt idx="120">
                  <c:v>-7.07313502225685</c:v>
                </c:pt>
                <c:pt idx="121">
                  <c:v>-6.85137561550405</c:v>
                </c:pt>
                <c:pt idx="122">
                  <c:v>-6.63932666906258</c:v>
                </c:pt>
                <c:pt idx="123">
                  <c:v>-6.43672170174865</c:v>
                </c:pt>
                <c:pt idx="124">
                  <c:v>-6.24322518004364</c:v>
                </c:pt>
                <c:pt idx="125">
                  <c:v>-6.05846113037169</c:v>
                </c:pt>
                <c:pt idx="126">
                  <c:v>-5.88203277365454</c:v>
                </c:pt>
                <c:pt idx="127">
                  <c:v>-5.71353596684383</c:v>
                </c:pt>
                <c:pt idx="128">
                  <c:v>-5.5525683600865</c:v>
                </c:pt>
                <c:pt idx="129">
                  <c:v>-5.39873558036023</c:v>
                </c:pt>
                <c:pt idx="130">
                  <c:v>-5.25165534535576</c:v>
                </c:pt>
                <c:pt idx="131">
                  <c:v>-5.11096013377908</c:v>
                </c:pt>
                <c:pt idx="132">
                  <c:v>-4.97629884811878</c:v>
                </c:pt>
                <c:pt idx="133">
                  <c:v>-4.84733777486137</c:v>
                </c:pt>
                <c:pt idx="134">
                  <c:v>-4.72376105603949</c:v>
                </c:pt>
                <c:pt idx="135">
                  <c:v>-4.60527082204153</c:v>
                </c:pt>
                <c:pt idx="136">
                  <c:v>-4.49158709019642</c:v>
                </c:pt>
                <c:pt idx="137">
                  <c:v>-4.38244750099621</c:v>
                </c:pt>
                <c:pt idx="138">
                  <c:v>-4.27760694005872</c:v>
                </c:pt>
                <c:pt idx="139">
                  <c:v>-4.17683707647485</c:v>
                </c:pt>
                <c:pt idx="140">
                  <c:v>-4.07992583531844</c:v>
                </c:pt>
                <c:pt idx="141">
                  <c:v>-3.98667681270574</c:v>
                </c:pt>
                <c:pt idx="142">
                  <c:v>-3.89690863516957</c:v>
                </c:pt>
                <c:pt idx="143">
                  <c:v>-3.81045426081627</c:v>
                </c:pt>
                <c:pt idx="144">
                  <c:v>-3.72716021747409</c:v>
                </c:pt>
                <c:pt idx="145">
                  <c:v>-3.64688577260007</c:v>
                </c:pt>
                <c:pt idx="146">
                  <c:v>-3.569502030852</c:v>
                </c:pt>
                <c:pt idx="147">
                  <c:v>-3.49489095763377</c:v>
                </c:pt>
                <c:pt idx="148">
                  <c:v>-3.42294433011064</c:v>
                </c:pt>
                <c:pt idx="149">
                  <c:v>-3.35356262047552</c:v>
                </c:pt>
                <c:pt idx="150">
                  <c:v>-3.28665381864492</c:v>
                </c:pt>
                <c:pt idx="151">
                  <c:v>-3.22213220171076</c:v>
                </c:pt>
                <c:pt idx="152">
                  <c:v>-3.15991705348289</c:v>
                </c:pt>
                <c:pt idx="153">
                  <c:v>-3.09993132669541</c:v>
                </c:pt>
                <c:pt idx="154">
                  <c:v>-3.04210021928301</c:v>
                </c:pt>
                <c:pt idx="155">
                  <c:v>-2.98634959989034</c:v>
                </c:pt>
                <c:pt idx="156">
                  <c:v>-2.93260416205818</c:v>
                </c:pt>
                <c:pt idx="157">
                  <c:v>-2.8807851136345</c:v>
                </c:pt>
                <c:pt idx="158">
                  <c:v>-2.83080714944629</c:v>
                </c:pt>
                <c:pt idx="159">
                  <c:v>-2.78257453881812</c:v>
                </c:pt>
                <c:pt idx="160">
                  <c:v>-2.73597677247406</c:v>
                </c:pt>
                <c:pt idx="161">
                  <c:v>-2.69088626674187</c:v>
                </c:pt>
                <c:pt idx="162">
                  <c:v>-2.64716538046904</c:v>
                </c:pt>
                <c:pt idx="163">
                  <c:v>-2.60469597974656</c:v>
                </c:pt>
                <c:pt idx="164">
                  <c:v>-2.56343836515245</c:v>
                </c:pt>
                <c:pt idx="165">
                  <c:v>-2.52348298854516</c:v>
                </c:pt>
                <c:pt idx="166">
                  <c:v>-2.48500981501729</c:v>
                </c:pt>
                <c:pt idx="167">
                  <c:v>-2.44814585000212</c:v>
                </c:pt>
                <c:pt idx="168">
                  <c:v>-2.41286444277192</c:v>
                </c:pt>
                <c:pt idx="169">
                  <c:v>-2.37901880415687</c:v>
                </c:pt>
                <c:pt idx="170">
                  <c:v>-2.34643075773374</c:v>
                </c:pt>
                <c:pt idx="171">
                  <c:v>-2.31494553964085</c:v>
                </c:pt>
                <c:pt idx="172">
                  <c:v>-2.28444395220247</c:v>
                </c:pt>
                <c:pt idx="173">
                  <c:v>-2.25483555337543</c:v>
                </c:pt>
                <c:pt idx="174">
                  <c:v>-2.22604900447562</c:v>
                </c:pt>
                <c:pt idx="175">
                  <c:v>-2.19802481475553</c:v>
                </c:pt>
                <c:pt idx="176">
                  <c:v>-2.17071084730599</c:v>
                </c:pt>
                <c:pt idx="177">
                  <c:v>-2.14405976137463</c:v>
                </c:pt>
                <c:pt idx="178">
                  <c:v>-2.11802760976158</c:v>
                </c:pt>
                <c:pt idx="179">
                  <c:v>-2.09257307517587</c:v>
                </c:pt>
                <c:pt idx="180">
                  <c:v>-2.0676570452735</c:v>
                </c:pt>
                <c:pt idx="181">
                  <c:v>-2.0432423617923</c:v>
                </c:pt>
                <c:pt idx="182">
                  <c:v>-2.01929365661864</c:v>
                </c:pt>
                <c:pt idx="183">
                  <c:v>-1.99577722985655</c:v>
                </c:pt>
                <c:pt idx="184">
                  <c:v>-1.97266094746582</c:v>
                </c:pt>
                <c:pt idx="185">
                  <c:v>-1.94991414781904</c:v>
                </c:pt>
                <c:pt idx="186">
                  <c:v>-1.92750755258837</c:v>
                </c:pt>
                <c:pt idx="187">
                  <c:v>-1.9054131804051</c:v>
                </c:pt>
                <c:pt idx="188">
                  <c:v>-1.88360426317866</c:v>
                </c:pt>
                <c:pt idx="189">
                  <c:v>-1.86205516558472</c:v>
                </c:pt>
                <c:pt idx="190">
                  <c:v>-1.84074130844153</c:v>
                </c:pt>
                <c:pt idx="191">
                  <c:v>-1.81963909670725</c:v>
                </c:pt>
                <c:pt idx="192">
                  <c:v>-1.79872585276078</c:v>
                </c:pt>
                <c:pt idx="193">
                  <c:v>-1.77797975553457</c:v>
                </c:pt>
                <c:pt idx="194">
                  <c:v>-1.75737978597673</c:v>
                </c:pt>
                <c:pt idx="195">
                  <c:v>-1.73690567924649</c:v>
                </c:pt>
                <c:pt idx="196">
                  <c:v>-1.71653788399469</c:v>
                </c:pt>
                <c:pt idx="197">
                  <c:v>-1.69625752905075</c:v>
                </c:pt>
                <c:pt idx="198">
                  <c:v>-1.676046397828</c:v>
                </c:pt>
                <c:pt idx="199">
                  <c:v>-1.65588691076715</c:v>
                </c:pt>
                <c:pt idx="200">
                  <c:v>-1.63576211616073</c:v>
                </c:pt>
                <c:pt idx="201">
                  <c:v>-1.61565568973727</c:v>
                </c:pt>
                <c:pt idx="202">
                  <c:v>-1.59555194342871</c:v>
                </c:pt>
                <c:pt idx="203">
                  <c:v>-1.57543584379731</c:v>
                </c:pt>
                <c:pt idx="204">
                  <c:v>-1.55529304065483</c:v>
                </c:pt>
                <c:pt idx="205">
                  <c:v>-1.53510990646566</c:v>
                </c:pt>
                <c:pt idx="206">
                  <c:v>-1.51487358718346</c:v>
                </c:pt>
                <c:pt idx="207">
                  <c:v>-1.49457206522467</c:v>
                </c:pt>
                <c:pt idx="208">
                  <c:v>-1.47419423532869</c:v>
                </c:pt>
                <c:pt idx="209">
                  <c:v>-1.45372999408942</c:v>
                </c:pt>
                <c:pt idx="210">
                  <c:v>-1.43317034396091</c:v>
                </c:pt>
                <c:pt idx="211">
                  <c:v>-1.41250751253702</c:v>
                </c:pt>
                <c:pt idx="212">
                  <c:v>-1.39173508787207</c:v>
                </c:pt>
                <c:pt idx="213">
                  <c:v>-1.37084817054191</c:v>
                </c:pt>
                <c:pt idx="214">
                  <c:v>-1.34984354303094</c:v>
                </c:pt>
                <c:pt idx="215">
                  <c:v>-1.32871985686265</c:v>
                </c:pt>
                <c:pt idx="216">
                  <c:v>-1.30747783765668</c:v>
                </c:pt>
                <c:pt idx="217">
                  <c:v>-1.2861205079825</c:v>
                </c:pt>
                <c:pt idx="218">
                  <c:v>-1.26465342747571</c:v>
                </c:pt>
                <c:pt idx="219">
                  <c:v>-1.24308494917405</c:v>
                </c:pt>
                <c:pt idx="220">
                  <c:v>-1.22142649040376</c:v>
                </c:pt>
                <c:pt idx="221">
                  <c:v>-1.19969281579042</c:v>
                </c:pt>
                <c:pt idx="222">
                  <c:v>-1.1779023290733</c:v>
                </c:pt>
                <c:pt idx="223">
                  <c:v>-1.15607736936192</c:v>
                </c:pt>
                <c:pt idx="224">
                  <c:v>-1.13424450628887</c:v>
                </c:pt>
                <c:pt idx="225">
                  <c:v>-1.11243482719302</c:v>
                </c:pt>
                <c:pt idx="226">
                  <c:v>-1.09068420802983</c:v>
                </c:pt>
                <c:pt idx="227">
                  <c:v>-1.06903355818636</c:v>
                </c:pt>
                <c:pt idx="228">
                  <c:v>-1.04752902782541</c:v>
                </c:pt>
                <c:pt idx="229">
                  <c:v>-1.02622216486767</c:v>
                </c:pt>
                <c:pt idx="230">
                  <c:v>-1.00517000733323</c:v>
                </c:pt>
                <c:pt idx="231">
                  <c:v>-0.984435095618628</c:v>
                </c:pt>
                <c:pt idx="232">
                  <c:v>-0.964085388519951</c:v>
                </c:pt>
                <c:pt idx="233">
                  <c:v>-0.944194066579971</c:v>
                </c:pt>
                <c:pt idx="234">
                  <c:v>-0.924839206806342</c:v>
                </c:pt>
                <c:pt idx="235">
                  <c:v>-0.906103314147876</c:v>
                </c:pt>
                <c:pt idx="236">
                  <c:v>-0.888072697483005</c:v>
                </c:pt>
                <c:pt idx="237">
                  <c:v>-0.870836681397288</c:v>
                </c:pt>
                <c:pt idx="238">
                  <c:v>-0.854486649776659</c:v>
                </c:pt>
                <c:pt idx="239">
                  <c:v>-0.839114923220759</c:v>
                </c:pt>
                <c:pt idx="240">
                  <c:v>-0.824813479383619</c:v>
                </c:pt>
              </c:numCache>
            </c:numRef>
          </c:yVal>
          <c:smooth val="0"/>
        </c:ser>
        <c:ser>
          <c:idx val="5"/>
          <c:order val="5"/>
          <c:tx>
            <c:strRef>
              <c:f>Sheet1!$B$1216</c:f>
              <c:strCache>
                <c:ptCount val="1"/>
                <c:pt idx="0">
                  <c:v>320 μm</c:v>
                </c:pt>
              </c:strCache>
            </c:strRef>
          </c:tx>
          <c:spPr>
            <a:ln w="20955">
              <a:solidFill>
                <a:srgbClr val="9B456E"/>
              </a:solidFill>
            </a:ln>
          </c:spPr>
          <c:marker>
            <c:symbol val="none"/>
          </c:marker>
          <c:xVal>
            <c:numRef>
              <c:f>Sheet1!$A$1217:$A$1457</c:f>
              <c:numCache>
                <c:formatCode>General</c:formatCode>
                <c:ptCount val="241"/>
                <c:pt idx="0">
                  <c:v>100.0</c:v>
                </c:pt>
                <c:pt idx="1">
                  <c:v>100.5</c:v>
                </c:pt>
                <c:pt idx="2">
                  <c:v>101.0</c:v>
                </c:pt>
                <c:pt idx="3">
                  <c:v>101.5</c:v>
                </c:pt>
                <c:pt idx="4">
                  <c:v>102.0</c:v>
                </c:pt>
                <c:pt idx="5">
                  <c:v>102.5</c:v>
                </c:pt>
                <c:pt idx="6">
                  <c:v>103.0</c:v>
                </c:pt>
                <c:pt idx="7">
                  <c:v>103.5</c:v>
                </c:pt>
                <c:pt idx="8">
                  <c:v>104.0</c:v>
                </c:pt>
                <c:pt idx="9">
                  <c:v>104.5</c:v>
                </c:pt>
                <c:pt idx="10">
                  <c:v>105.0</c:v>
                </c:pt>
                <c:pt idx="11">
                  <c:v>105.5</c:v>
                </c:pt>
                <c:pt idx="12">
                  <c:v>106.0</c:v>
                </c:pt>
                <c:pt idx="13">
                  <c:v>106.5</c:v>
                </c:pt>
                <c:pt idx="14">
                  <c:v>107.0</c:v>
                </c:pt>
                <c:pt idx="15">
                  <c:v>107.5</c:v>
                </c:pt>
                <c:pt idx="16">
                  <c:v>108.0</c:v>
                </c:pt>
                <c:pt idx="17">
                  <c:v>108.5</c:v>
                </c:pt>
                <c:pt idx="18">
                  <c:v>109.0</c:v>
                </c:pt>
                <c:pt idx="19">
                  <c:v>109.5</c:v>
                </c:pt>
                <c:pt idx="20">
                  <c:v>110.0</c:v>
                </c:pt>
                <c:pt idx="21">
                  <c:v>110.5</c:v>
                </c:pt>
                <c:pt idx="22">
                  <c:v>111.0</c:v>
                </c:pt>
                <c:pt idx="23">
                  <c:v>111.5</c:v>
                </c:pt>
                <c:pt idx="24">
                  <c:v>112.0</c:v>
                </c:pt>
                <c:pt idx="25">
                  <c:v>112.5</c:v>
                </c:pt>
                <c:pt idx="26">
                  <c:v>113.0</c:v>
                </c:pt>
                <c:pt idx="27">
                  <c:v>113.5</c:v>
                </c:pt>
                <c:pt idx="28">
                  <c:v>114.0</c:v>
                </c:pt>
                <c:pt idx="29">
                  <c:v>114.5</c:v>
                </c:pt>
                <c:pt idx="30">
                  <c:v>115.0</c:v>
                </c:pt>
                <c:pt idx="31">
                  <c:v>115.5</c:v>
                </c:pt>
                <c:pt idx="32">
                  <c:v>116.0</c:v>
                </c:pt>
                <c:pt idx="33">
                  <c:v>116.5</c:v>
                </c:pt>
                <c:pt idx="34">
                  <c:v>117.0</c:v>
                </c:pt>
                <c:pt idx="35">
                  <c:v>117.5</c:v>
                </c:pt>
                <c:pt idx="36">
                  <c:v>118.0</c:v>
                </c:pt>
                <c:pt idx="37">
                  <c:v>118.5</c:v>
                </c:pt>
                <c:pt idx="38">
                  <c:v>119.0</c:v>
                </c:pt>
                <c:pt idx="39">
                  <c:v>119.5</c:v>
                </c:pt>
                <c:pt idx="40">
                  <c:v>120.0</c:v>
                </c:pt>
                <c:pt idx="41">
                  <c:v>120.5</c:v>
                </c:pt>
                <c:pt idx="42">
                  <c:v>121.0</c:v>
                </c:pt>
                <c:pt idx="43">
                  <c:v>121.5</c:v>
                </c:pt>
                <c:pt idx="44">
                  <c:v>122.0</c:v>
                </c:pt>
                <c:pt idx="45">
                  <c:v>122.5</c:v>
                </c:pt>
                <c:pt idx="46">
                  <c:v>123.0</c:v>
                </c:pt>
                <c:pt idx="47">
                  <c:v>123.5</c:v>
                </c:pt>
                <c:pt idx="48">
                  <c:v>124.0</c:v>
                </c:pt>
                <c:pt idx="49">
                  <c:v>124.5</c:v>
                </c:pt>
                <c:pt idx="50">
                  <c:v>125.0</c:v>
                </c:pt>
                <c:pt idx="51">
                  <c:v>125.5</c:v>
                </c:pt>
                <c:pt idx="52">
                  <c:v>126.0</c:v>
                </c:pt>
                <c:pt idx="53">
                  <c:v>126.5</c:v>
                </c:pt>
                <c:pt idx="54">
                  <c:v>127.0</c:v>
                </c:pt>
                <c:pt idx="55">
                  <c:v>127.5</c:v>
                </c:pt>
                <c:pt idx="56">
                  <c:v>128.0</c:v>
                </c:pt>
                <c:pt idx="57">
                  <c:v>128.5</c:v>
                </c:pt>
                <c:pt idx="58">
                  <c:v>129.0</c:v>
                </c:pt>
                <c:pt idx="59">
                  <c:v>129.5</c:v>
                </c:pt>
                <c:pt idx="60">
                  <c:v>130.0</c:v>
                </c:pt>
                <c:pt idx="61">
                  <c:v>130.5</c:v>
                </c:pt>
                <c:pt idx="62">
                  <c:v>131.0</c:v>
                </c:pt>
                <c:pt idx="63">
                  <c:v>131.5</c:v>
                </c:pt>
                <c:pt idx="64">
                  <c:v>132.0</c:v>
                </c:pt>
                <c:pt idx="65">
                  <c:v>132.5</c:v>
                </c:pt>
                <c:pt idx="66">
                  <c:v>133.0</c:v>
                </c:pt>
                <c:pt idx="67">
                  <c:v>133.5</c:v>
                </c:pt>
                <c:pt idx="68">
                  <c:v>134.0</c:v>
                </c:pt>
                <c:pt idx="69">
                  <c:v>134.5</c:v>
                </c:pt>
                <c:pt idx="70">
                  <c:v>135.0</c:v>
                </c:pt>
                <c:pt idx="71">
                  <c:v>135.5</c:v>
                </c:pt>
                <c:pt idx="72">
                  <c:v>136.0</c:v>
                </c:pt>
                <c:pt idx="73">
                  <c:v>136.5</c:v>
                </c:pt>
                <c:pt idx="74">
                  <c:v>137.0</c:v>
                </c:pt>
                <c:pt idx="75">
                  <c:v>137.5</c:v>
                </c:pt>
                <c:pt idx="76">
                  <c:v>138.0</c:v>
                </c:pt>
                <c:pt idx="77">
                  <c:v>138.5</c:v>
                </c:pt>
                <c:pt idx="78">
                  <c:v>139.0</c:v>
                </c:pt>
                <c:pt idx="79">
                  <c:v>139.5</c:v>
                </c:pt>
                <c:pt idx="80">
                  <c:v>140.0</c:v>
                </c:pt>
                <c:pt idx="81">
                  <c:v>140.5</c:v>
                </c:pt>
                <c:pt idx="82">
                  <c:v>141.0</c:v>
                </c:pt>
                <c:pt idx="83">
                  <c:v>141.5</c:v>
                </c:pt>
                <c:pt idx="84">
                  <c:v>142.0</c:v>
                </c:pt>
                <c:pt idx="85">
                  <c:v>142.5</c:v>
                </c:pt>
                <c:pt idx="86">
                  <c:v>143.0</c:v>
                </c:pt>
                <c:pt idx="87">
                  <c:v>143.5</c:v>
                </c:pt>
                <c:pt idx="88">
                  <c:v>144.0</c:v>
                </c:pt>
                <c:pt idx="89">
                  <c:v>144.5</c:v>
                </c:pt>
                <c:pt idx="90">
                  <c:v>145.0</c:v>
                </c:pt>
                <c:pt idx="91">
                  <c:v>145.5</c:v>
                </c:pt>
                <c:pt idx="92">
                  <c:v>146.0</c:v>
                </c:pt>
                <c:pt idx="93">
                  <c:v>146.5</c:v>
                </c:pt>
                <c:pt idx="94">
                  <c:v>147.0</c:v>
                </c:pt>
                <c:pt idx="95">
                  <c:v>147.5</c:v>
                </c:pt>
                <c:pt idx="96">
                  <c:v>148.0</c:v>
                </c:pt>
                <c:pt idx="97">
                  <c:v>148.5</c:v>
                </c:pt>
                <c:pt idx="98">
                  <c:v>149.0</c:v>
                </c:pt>
                <c:pt idx="99">
                  <c:v>149.5</c:v>
                </c:pt>
                <c:pt idx="100">
                  <c:v>150.0</c:v>
                </c:pt>
                <c:pt idx="101">
                  <c:v>150.5</c:v>
                </c:pt>
                <c:pt idx="102">
                  <c:v>151.0</c:v>
                </c:pt>
                <c:pt idx="103">
                  <c:v>151.5</c:v>
                </c:pt>
                <c:pt idx="104">
                  <c:v>152.0</c:v>
                </c:pt>
                <c:pt idx="105">
                  <c:v>152.5</c:v>
                </c:pt>
                <c:pt idx="106">
                  <c:v>153.0</c:v>
                </c:pt>
                <c:pt idx="107">
                  <c:v>153.5</c:v>
                </c:pt>
                <c:pt idx="108">
                  <c:v>154.0</c:v>
                </c:pt>
                <c:pt idx="109">
                  <c:v>154.5</c:v>
                </c:pt>
                <c:pt idx="110">
                  <c:v>155.0</c:v>
                </c:pt>
                <c:pt idx="111">
                  <c:v>155.5</c:v>
                </c:pt>
                <c:pt idx="112">
                  <c:v>156.0</c:v>
                </c:pt>
                <c:pt idx="113">
                  <c:v>156.5</c:v>
                </c:pt>
                <c:pt idx="114">
                  <c:v>157.0</c:v>
                </c:pt>
                <c:pt idx="115">
                  <c:v>157.5</c:v>
                </c:pt>
                <c:pt idx="116">
                  <c:v>158.0</c:v>
                </c:pt>
                <c:pt idx="117">
                  <c:v>158.5</c:v>
                </c:pt>
                <c:pt idx="118">
                  <c:v>159.0</c:v>
                </c:pt>
                <c:pt idx="119">
                  <c:v>159.5</c:v>
                </c:pt>
                <c:pt idx="120">
                  <c:v>160.0</c:v>
                </c:pt>
                <c:pt idx="121">
                  <c:v>160.5</c:v>
                </c:pt>
                <c:pt idx="122">
                  <c:v>161.0</c:v>
                </c:pt>
                <c:pt idx="123">
                  <c:v>161.5</c:v>
                </c:pt>
                <c:pt idx="124">
                  <c:v>162.0</c:v>
                </c:pt>
                <c:pt idx="125">
                  <c:v>162.5</c:v>
                </c:pt>
                <c:pt idx="126">
                  <c:v>163.0</c:v>
                </c:pt>
                <c:pt idx="127">
                  <c:v>163.5</c:v>
                </c:pt>
                <c:pt idx="128">
                  <c:v>164.0</c:v>
                </c:pt>
                <c:pt idx="129">
                  <c:v>164.5</c:v>
                </c:pt>
                <c:pt idx="130">
                  <c:v>165.0</c:v>
                </c:pt>
                <c:pt idx="131">
                  <c:v>165.5</c:v>
                </c:pt>
                <c:pt idx="132">
                  <c:v>166.0</c:v>
                </c:pt>
                <c:pt idx="133">
                  <c:v>166.5</c:v>
                </c:pt>
                <c:pt idx="134">
                  <c:v>167.0</c:v>
                </c:pt>
                <c:pt idx="135">
                  <c:v>167.5</c:v>
                </c:pt>
                <c:pt idx="136">
                  <c:v>168.0</c:v>
                </c:pt>
                <c:pt idx="137">
                  <c:v>168.5</c:v>
                </c:pt>
                <c:pt idx="138">
                  <c:v>169.0</c:v>
                </c:pt>
                <c:pt idx="139">
                  <c:v>169.5</c:v>
                </c:pt>
                <c:pt idx="140">
                  <c:v>170.0</c:v>
                </c:pt>
                <c:pt idx="141">
                  <c:v>170.5</c:v>
                </c:pt>
                <c:pt idx="142">
                  <c:v>171.0</c:v>
                </c:pt>
                <c:pt idx="143">
                  <c:v>171.5</c:v>
                </c:pt>
                <c:pt idx="144">
                  <c:v>172.0</c:v>
                </c:pt>
                <c:pt idx="145">
                  <c:v>172.5</c:v>
                </c:pt>
                <c:pt idx="146">
                  <c:v>173.0</c:v>
                </c:pt>
                <c:pt idx="147">
                  <c:v>173.5</c:v>
                </c:pt>
                <c:pt idx="148">
                  <c:v>174.0</c:v>
                </c:pt>
                <c:pt idx="149">
                  <c:v>174.5</c:v>
                </c:pt>
                <c:pt idx="150">
                  <c:v>175.0</c:v>
                </c:pt>
                <c:pt idx="151">
                  <c:v>175.5</c:v>
                </c:pt>
                <c:pt idx="152">
                  <c:v>176.0</c:v>
                </c:pt>
                <c:pt idx="153">
                  <c:v>176.5</c:v>
                </c:pt>
                <c:pt idx="154">
                  <c:v>177.0</c:v>
                </c:pt>
                <c:pt idx="155">
                  <c:v>177.5</c:v>
                </c:pt>
                <c:pt idx="156">
                  <c:v>178.0</c:v>
                </c:pt>
                <c:pt idx="157">
                  <c:v>178.5</c:v>
                </c:pt>
                <c:pt idx="158">
                  <c:v>179.0</c:v>
                </c:pt>
                <c:pt idx="159">
                  <c:v>179.5</c:v>
                </c:pt>
                <c:pt idx="160">
                  <c:v>180.0</c:v>
                </c:pt>
                <c:pt idx="161">
                  <c:v>180.5</c:v>
                </c:pt>
                <c:pt idx="162">
                  <c:v>181.0</c:v>
                </c:pt>
                <c:pt idx="163">
                  <c:v>181.5</c:v>
                </c:pt>
                <c:pt idx="164">
                  <c:v>182.0</c:v>
                </c:pt>
                <c:pt idx="165">
                  <c:v>182.5</c:v>
                </c:pt>
                <c:pt idx="166">
                  <c:v>183.0</c:v>
                </c:pt>
                <c:pt idx="167">
                  <c:v>183.5</c:v>
                </c:pt>
                <c:pt idx="168">
                  <c:v>184.0</c:v>
                </c:pt>
                <c:pt idx="169">
                  <c:v>184.5</c:v>
                </c:pt>
                <c:pt idx="170">
                  <c:v>185.0</c:v>
                </c:pt>
                <c:pt idx="171">
                  <c:v>185.5</c:v>
                </c:pt>
                <c:pt idx="172">
                  <c:v>186.0</c:v>
                </c:pt>
                <c:pt idx="173">
                  <c:v>186.5</c:v>
                </c:pt>
                <c:pt idx="174">
                  <c:v>187.0</c:v>
                </c:pt>
                <c:pt idx="175">
                  <c:v>187.5</c:v>
                </c:pt>
                <c:pt idx="176">
                  <c:v>188.0</c:v>
                </c:pt>
                <c:pt idx="177">
                  <c:v>188.5</c:v>
                </c:pt>
                <c:pt idx="178">
                  <c:v>189.0</c:v>
                </c:pt>
                <c:pt idx="179">
                  <c:v>189.5</c:v>
                </c:pt>
                <c:pt idx="180">
                  <c:v>190.0</c:v>
                </c:pt>
                <c:pt idx="181">
                  <c:v>190.5</c:v>
                </c:pt>
                <c:pt idx="182">
                  <c:v>191.0</c:v>
                </c:pt>
                <c:pt idx="183">
                  <c:v>191.5</c:v>
                </c:pt>
                <c:pt idx="184">
                  <c:v>192.0</c:v>
                </c:pt>
                <c:pt idx="185">
                  <c:v>192.5</c:v>
                </c:pt>
                <c:pt idx="186">
                  <c:v>193.0</c:v>
                </c:pt>
                <c:pt idx="187">
                  <c:v>193.5</c:v>
                </c:pt>
                <c:pt idx="188">
                  <c:v>194.0</c:v>
                </c:pt>
                <c:pt idx="189">
                  <c:v>194.5</c:v>
                </c:pt>
                <c:pt idx="190">
                  <c:v>195.0</c:v>
                </c:pt>
                <c:pt idx="191">
                  <c:v>195.5</c:v>
                </c:pt>
                <c:pt idx="192">
                  <c:v>196.0</c:v>
                </c:pt>
                <c:pt idx="193">
                  <c:v>196.5</c:v>
                </c:pt>
                <c:pt idx="194">
                  <c:v>197.0</c:v>
                </c:pt>
                <c:pt idx="195">
                  <c:v>197.5</c:v>
                </c:pt>
                <c:pt idx="196">
                  <c:v>198.0</c:v>
                </c:pt>
                <c:pt idx="197">
                  <c:v>198.5</c:v>
                </c:pt>
                <c:pt idx="198">
                  <c:v>199.0</c:v>
                </c:pt>
                <c:pt idx="199">
                  <c:v>199.5</c:v>
                </c:pt>
                <c:pt idx="200">
                  <c:v>200.0</c:v>
                </c:pt>
                <c:pt idx="201">
                  <c:v>200.5</c:v>
                </c:pt>
                <c:pt idx="202">
                  <c:v>201.0</c:v>
                </c:pt>
                <c:pt idx="203">
                  <c:v>201.5</c:v>
                </c:pt>
                <c:pt idx="204">
                  <c:v>202.0</c:v>
                </c:pt>
                <c:pt idx="205">
                  <c:v>202.5</c:v>
                </c:pt>
                <c:pt idx="206">
                  <c:v>203.0</c:v>
                </c:pt>
                <c:pt idx="207">
                  <c:v>203.5</c:v>
                </c:pt>
                <c:pt idx="208">
                  <c:v>204.0</c:v>
                </c:pt>
                <c:pt idx="209">
                  <c:v>204.5</c:v>
                </c:pt>
                <c:pt idx="210">
                  <c:v>205.0</c:v>
                </c:pt>
                <c:pt idx="211">
                  <c:v>205.5</c:v>
                </c:pt>
                <c:pt idx="212">
                  <c:v>206.0</c:v>
                </c:pt>
                <c:pt idx="213">
                  <c:v>206.5</c:v>
                </c:pt>
                <c:pt idx="214">
                  <c:v>207.0</c:v>
                </c:pt>
                <c:pt idx="215">
                  <c:v>207.5</c:v>
                </c:pt>
                <c:pt idx="216">
                  <c:v>208.0</c:v>
                </c:pt>
                <c:pt idx="217">
                  <c:v>208.5</c:v>
                </c:pt>
                <c:pt idx="218">
                  <c:v>209.0</c:v>
                </c:pt>
                <c:pt idx="219">
                  <c:v>209.5</c:v>
                </c:pt>
                <c:pt idx="220">
                  <c:v>210.0</c:v>
                </c:pt>
                <c:pt idx="221">
                  <c:v>210.5</c:v>
                </c:pt>
                <c:pt idx="222">
                  <c:v>211.0</c:v>
                </c:pt>
                <c:pt idx="223">
                  <c:v>211.5</c:v>
                </c:pt>
                <c:pt idx="224">
                  <c:v>212.0</c:v>
                </c:pt>
                <c:pt idx="225">
                  <c:v>212.5</c:v>
                </c:pt>
                <c:pt idx="226">
                  <c:v>213.0</c:v>
                </c:pt>
                <c:pt idx="227">
                  <c:v>213.5</c:v>
                </c:pt>
                <c:pt idx="228">
                  <c:v>214.0</c:v>
                </c:pt>
                <c:pt idx="229">
                  <c:v>214.5</c:v>
                </c:pt>
                <c:pt idx="230">
                  <c:v>215.0</c:v>
                </c:pt>
                <c:pt idx="231">
                  <c:v>215.5</c:v>
                </c:pt>
                <c:pt idx="232">
                  <c:v>216.0</c:v>
                </c:pt>
                <c:pt idx="233">
                  <c:v>216.5</c:v>
                </c:pt>
                <c:pt idx="234">
                  <c:v>217.0</c:v>
                </c:pt>
                <c:pt idx="235">
                  <c:v>217.5</c:v>
                </c:pt>
                <c:pt idx="236">
                  <c:v>218.0</c:v>
                </c:pt>
                <c:pt idx="237">
                  <c:v>218.5</c:v>
                </c:pt>
                <c:pt idx="238">
                  <c:v>219.0</c:v>
                </c:pt>
                <c:pt idx="239">
                  <c:v>219.5</c:v>
                </c:pt>
                <c:pt idx="240">
                  <c:v>220.0</c:v>
                </c:pt>
              </c:numCache>
            </c:numRef>
          </c:xVal>
          <c:yVal>
            <c:numRef>
              <c:f>Sheet1!$B$1217:$B$1457</c:f>
              <c:numCache>
                <c:formatCode>General</c:formatCode>
                <c:ptCount val="241"/>
                <c:pt idx="0">
                  <c:v>-0.294605302878094</c:v>
                </c:pt>
                <c:pt idx="1">
                  <c:v>-0.31265577767696</c:v>
                </c:pt>
                <c:pt idx="2">
                  <c:v>-0.333861620562467</c:v>
                </c:pt>
                <c:pt idx="3">
                  <c:v>-0.358911830218008</c:v>
                </c:pt>
                <c:pt idx="4">
                  <c:v>-0.388774281074231</c:v>
                </c:pt>
                <c:pt idx="5">
                  <c:v>-0.424842318121934</c:v>
                </c:pt>
                <c:pt idx="6">
                  <c:v>-0.469179410037933</c:v>
                </c:pt>
                <c:pt idx="7">
                  <c:v>-0.524944065500668</c:v>
                </c:pt>
                <c:pt idx="8">
                  <c:v>-0.597161951297315</c:v>
                </c:pt>
                <c:pt idx="9">
                  <c:v>-0.694202381934806</c:v>
                </c:pt>
                <c:pt idx="10">
                  <c:v>-0.830765944744627</c:v>
                </c:pt>
                <c:pt idx="11">
                  <c:v>-1.03429468419633</c:v>
                </c:pt>
                <c:pt idx="12">
                  <c:v>-1.35937927042065</c:v>
                </c:pt>
                <c:pt idx="13">
                  <c:v>-1.91927860313339</c:v>
                </c:pt>
                <c:pt idx="14">
                  <c:v>-2.92544482367752</c:v>
                </c:pt>
                <c:pt idx="15">
                  <c:v>-4.39555900194471</c:v>
                </c:pt>
                <c:pt idx="16">
                  <c:v>-4.52633694275912</c:v>
                </c:pt>
                <c:pt idx="17">
                  <c:v>-2.85390683490704</c:v>
                </c:pt>
                <c:pt idx="18">
                  <c:v>-1.66471404427456</c:v>
                </c:pt>
                <c:pt idx="19">
                  <c:v>-1.08418915400764</c:v>
                </c:pt>
                <c:pt idx="20">
                  <c:v>-0.80339519640466</c:v>
                </c:pt>
                <c:pt idx="21">
                  <c:v>-0.662061420528812</c:v>
                </c:pt>
                <c:pt idx="22">
                  <c:v>-0.589894272541532</c:v>
                </c:pt>
                <c:pt idx="23">
                  <c:v>-0.554858878207522</c:v>
                </c:pt>
                <c:pt idx="24">
                  <c:v>-0.541305505588055</c:v>
                </c:pt>
                <c:pt idx="25">
                  <c:v>-0.541061493244292</c:v>
                </c:pt>
                <c:pt idx="26">
                  <c:v>-0.549609873061666</c:v>
                </c:pt>
                <c:pt idx="27">
                  <c:v>-0.56433786798384</c:v>
                </c:pt>
                <c:pt idx="28">
                  <c:v>-0.583681681461438</c:v>
                </c:pt>
                <c:pt idx="29">
                  <c:v>-0.606684750422285</c:v>
                </c:pt>
                <c:pt idx="30">
                  <c:v>-0.632758162480582</c:v>
                </c:pt>
                <c:pt idx="31">
                  <c:v>-0.661545202351381</c:v>
                </c:pt>
                <c:pt idx="32">
                  <c:v>-0.692842080551722</c:v>
                </c:pt>
                <c:pt idx="33">
                  <c:v>-0.726550275569437</c:v>
                </c:pt>
                <c:pt idx="34">
                  <c:v>-0.762647379576915</c:v>
                </c:pt>
                <c:pt idx="35">
                  <c:v>-0.801169210503562</c:v>
                </c:pt>
                <c:pt idx="36">
                  <c:v>-0.842199091494761</c:v>
                </c:pt>
                <c:pt idx="37">
                  <c:v>-0.885861947736496</c:v>
                </c:pt>
                <c:pt idx="38">
                  <c:v>-0.93232189374992</c:v>
                </c:pt>
                <c:pt idx="39">
                  <c:v>-0.981782624338204</c:v>
                </c:pt>
                <c:pt idx="40">
                  <c:v>-1.034490367415</c:v>
                </c:pt>
                <c:pt idx="41">
                  <c:v>-1.09073952075485</c:v>
                </c:pt>
                <c:pt idx="42">
                  <c:v>-1.15088145957832</c:v>
                </c:pt>
                <c:pt idx="43">
                  <c:v>-1.21533744578074</c:v>
                </c:pt>
                <c:pt idx="44">
                  <c:v>-1.28461719017969</c:v>
                </c:pt>
                <c:pt idx="45">
                  <c:v>-1.3593455647185</c:v>
                </c:pt>
                <c:pt idx="46">
                  <c:v>-1.4403014825662</c:v>
                </c:pt>
                <c:pt idx="47">
                  <c:v>-1.52847550936713</c:v>
                </c:pt>
                <c:pt idx="48">
                  <c:v>-1.62515717753968</c:v>
                </c:pt>
                <c:pt idx="49">
                  <c:v>-1.73207087475311</c:v>
                </c:pt>
                <c:pt idx="50">
                  <c:v>-1.85159384013283</c:v>
                </c:pt>
                <c:pt idx="51">
                  <c:v>-1.98711805326512</c:v>
                </c:pt>
                <c:pt idx="52">
                  <c:v>-2.14367438120227</c:v>
                </c:pt>
                <c:pt idx="53">
                  <c:v>-2.32905493810376</c:v>
                </c:pt>
                <c:pt idx="54">
                  <c:v>-2.55592059619767</c:v>
                </c:pt>
                <c:pt idx="55">
                  <c:v>-2.84590987109919</c:v>
                </c:pt>
                <c:pt idx="56">
                  <c:v>-3.23769924425777</c:v>
                </c:pt>
                <c:pt idx="57">
                  <c:v>-3.80068566057803</c:v>
                </c:pt>
                <c:pt idx="58">
                  <c:v>-4.63371227003899</c:v>
                </c:pt>
                <c:pt idx="59">
                  <c:v>-5.625922470912</c:v>
                </c:pt>
                <c:pt idx="60">
                  <c:v>-5.52228538640806</c:v>
                </c:pt>
                <c:pt idx="61">
                  <c:v>-4.02060880336037</c:v>
                </c:pt>
                <c:pt idx="62">
                  <c:v>-3.04583556116611</c:v>
                </c:pt>
                <c:pt idx="63">
                  <c:v>-2.7229123817636</c:v>
                </c:pt>
                <c:pt idx="64">
                  <c:v>-2.69291887367487</c:v>
                </c:pt>
                <c:pt idx="65">
                  <c:v>-2.78198013851235</c:v>
                </c:pt>
                <c:pt idx="66">
                  <c:v>-2.92301908815139</c:v>
                </c:pt>
                <c:pt idx="67">
                  <c:v>-3.08953277567025</c:v>
                </c:pt>
                <c:pt idx="68">
                  <c:v>-3.27028728131288</c:v>
                </c:pt>
                <c:pt idx="69">
                  <c:v>-3.46010721805534</c:v>
                </c:pt>
                <c:pt idx="70">
                  <c:v>-3.65633452191751</c:v>
                </c:pt>
                <c:pt idx="71">
                  <c:v>-3.85736516099255</c:v>
                </c:pt>
                <c:pt idx="72">
                  <c:v>-4.06200052510921</c:v>
                </c:pt>
                <c:pt idx="73">
                  <c:v>-4.2691415695234</c:v>
                </c:pt>
                <c:pt idx="74">
                  <c:v>-4.47763845827206</c:v>
                </c:pt>
                <c:pt idx="75">
                  <c:v>-4.68621816338916</c:v>
                </c:pt>
                <c:pt idx="76">
                  <c:v>-4.89345787802766</c:v>
                </c:pt>
                <c:pt idx="77">
                  <c:v>-5.09779231542759</c:v>
                </c:pt>
                <c:pt idx="78">
                  <c:v>-5.29755260179114</c:v>
                </c:pt>
                <c:pt idx="79">
                  <c:v>-5.49103915112803</c:v>
                </c:pt>
                <c:pt idx="80">
                  <c:v>-5.67663268864325</c:v>
                </c:pt>
                <c:pt idx="81">
                  <c:v>-5.85294695333996</c:v>
                </c:pt>
                <c:pt idx="82">
                  <c:v>-6.01902325460521</c:v>
                </c:pt>
                <c:pt idx="83">
                  <c:v>-6.17456019431331</c:v>
                </c:pt>
                <c:pt idx="84">
                  <c:v>-6.3201603627366</c:v>
                </c:pt>
                <c:pt idx="85">
                  <c:v>-6.45755835504465</c:v>
                </c:pt>
                <c:pt idx="86">
                  <c:v>-6.58977008474064</c:v>
                </c:pt>
                <c:pt idx="87">
                  <c:v>-6.72107323139276</c:v>
                </c:pt>
                <c:pt idx="88">
                  <c:v>-6.85669999198947</c:v>
                </c:pt>
                <c:pt idx="89">
                  <c:v>-7.00211598255787</c:v>
                </c:pt>
                <c:pt idx="90">
                  <c:v>-7.16181068222175</c:v>
                </c:pt>
                <c:pt idx="91">
                  <c:v>-7.33768110186519</c:v>
                </c:pt>
                <c:pt idx="92">
                  <c:v>-7.52736384486534</c:v>
                </c:pt>
                <c:pt idx="93">
                  <c:v>-7.72316932102587</c:v>
                </c:pt>
                <c:pt idx="94">
                  <c:v>-7.91236570714926</c:v>
                </c:pt>
                <c:pt idx="95">
                  <c:v>-8.07920114186001</c:v>
                </c:pt>
                <c:pt idx="96">
                  <c:v>-8.20825276227526</c:v>
                </c:pt>
                <c:pt idx="97">
                  <c:v>-8.28789959726</c:v>
                </c:pt>
                <c:pt idx="98">
                  <c:v>-8.31255387270283</c:v>
                </c:pt>
                <c:pt idx="99">
                  <c:v>-8.28294737338236</c:v>
                </c:pt>
                <c:pt idx="100">
                  <c:v>-8.20476335606814</c:v>
                </c:pt>
                <c:pt idx="101">
                  <c:v>-8.08652083677963</c:v>
                </c:pt>
                <c:pt idx="102">
                  <c:v>-7.93758959158138</c:v>
                </c:pt>
                <c:pt idx="103">
                  <c:v>-7.7668036049427</c:v>
                </c:pt>
                <c:pt idx="104">
                  <c:v>-7.58173286383169</c:v>
                </c:pt>
                <c:pt idx="105">
                  <c:v>-7.38845507464627</c:v>
                </c:pt>
                <c:pt idx="106">
                  <c:v>-7.19162411368807</c:v>
                </c:pt>
                <c:pt idx="107">
                  <c:v>-6.99467415091321</c:v>
                </c:pt>
                <c:pt idx="108">
                  <c:v>-6.80005935848048</c:v>
                </c:pt>
                <c:pt idx="109">
                  <c:v>-6.60947819949851</c:v>
                </c:pt>
                <c:pt idx="110">
                  <c:v>-6.42406227504465</c:v>
                </c:pt>
                <c:pt idx="111">
                  <c:v>-6.24452621328807</c:v>
                </c:pt>
                <c:pt idx="112">
                  <c:v>-6.07128245519739</c:v>
                </c:pt>
                <c:pt idx="113">
                  <c:v>-5.90452720203082</c:v>
                </c:pt>
                <c:pt idx="114">
                  <c:v>-5.74430385035543</c:v>
                </c:pt>
                <c:pt idx="115">
                  <c:v>-5.59054937710223</c:v>
                </c:pt>
                <c:pt idx="116">
                  <c:v>-5.44312804749191</c:v>
                </c:pt>
                <c:pt idx="117">
                  <c:v>-5.30185580144814</c:v>
                </c:pt>
                <c:pt idx="118">
                  <c:v>-5.16651782997909</c:v>
                </c:pt>
                <c:pt idx="119">
                  <c:v>-5.03688119336178</c:v>
                </c:pt>
                <c:pt idx="120">
                  <c:v>-4.91270383481194</c:v>
                </c:pt>
                <c:pt idx="121">
                  <c:v>-4.79374097467092</c:v>
                </c:pt>
                <c:pt idx="122">
                  <c:v>-4.67974960056916</c:v>
                </c:pt>
                <c:pt idx="123">
                  <c:v>-4.57049157321555</c:v>
                </c:pt>
                <c:pt idx="124">
                  <c:v>-4.46573572568279</c:v>
                </c:pt>
                <c:pt idx="125">
                  <c:v>-4.36525923148307</c:v>
                </c:pt>
                <c:pt idx="126">
                  <c:v>-4.26884844245432</c:v>
                </c:pt>
                <c:pt idx="127">
                  <c:v>-4.17629934359081</c:v>
                </c:pt>
                <c:pt idx="128">
                  <c:v>-4.08741773275163</c:v>
                </c:pt>
                <c:pt idx="129">
                  <c:v>-4.00201920457203</c:v>
                </c:pt>
                <c:pt idx="130">
                  <c:v>-3.9199289969526</c:v>
                </c:pt>
                <c:pt idx="131">
                  <c:v>-3.840981743104</c:v>
                </c:pt>
                <c:pt idx="132">
                  <c:v>-3.76502116076821</c:v>
                </c:pt>
                <c:pt idx="133">
                  <c:v>-3.69189970183233</c:v>
                </c:pt>
                <c:pt idx="134">
                  <c:v>-3.62147817930872</c:v>
                </c:pt>
                <c:pt idx="135">
                  <c:v>-3.55362538400664</c:v>
                </c:pt>
                <c:pt idx="136">
                  <c:v>-3.48821769974743</c:v>
                </c:pt>
                <c:pt idx="137">
                  <c:v>-3.42513872337519</c:v>
                </c:pt>
                <c:pt idx="138">
                  <c:v>-3.36427889386371</c:v>
                </c:pt>
                <c:pt idx="139">
                  <c:v>-3.30553513335321</c:v>
                </c:pt>
                <c:pt idx="140">
                  <c:v>-3.24881050184626</c:v>
                </c:pt>
                <c:pt idx="141">
                  <c:v>-3.19401386646005</c:v>
                </c:pt>
                <c:pt idx="142">
                  <c:v>-3.14105958550514</c:v>
                </c:pt>
                <c:pt idx="143">
                  <c:v>-3.08986720718821</c:v>
                </c:pt>
                <c:pt idx="144">
                  <c:v>-3.04036118238233</c:v>
                </c:pt>
                <c:pt idx="145">
                  <c:v>-2.99247059064319</c:v>
                </c:pt>
                <c:pt idx="146">
                  <c:v>-2.94612887845547</c:v>
                </c:pt>
                <c:pt idx="147">
                  <c:v>-2.9012736085537</c:v>
                </c:pt>
                <c:pt idx="148">
                  <c:v>-2.85784621906719</c:v>
                </c:pt>
                <c:pt idx="149">
                  <c:v>-2.815791791181</c:v>
                </c:pt>
                <c:pt idx="150">
                  <c:v>-2.77505882398079</c:v>
                </c:pt>
                <c:pt idx="151">
                  <c:v>-2.73559901515539</c:v>
                </c:pt>
                <c:pt idx="152">
                  <c:v>-2.6973670462668</c:v>
                </c:pt>
                <c:pt idx="153">
                  <c:v>-2.66032037136223</c:v>
                </c:pt>
                <c:pt idx="154">
                  <c:v>-2.62441900779866</c:v>
                </c:pt>
                <c:pt idx="155">
                  <c:v>-2.58962532827711</c:v>
                </c:pt>
                <c:pt idx="156">
                  <c:v>-2.55590385324267</c:v>
                </c:pt>
                <c:pt idx="157">
                  <c:v>-2.52322104299905</c:v>
                </c:pt>
                <c:pt idx="158">
                  <c:v>-2.49154508911042</c:v>
                </c:pt>
                <c:pt idx="159">
                  <c:v>-2.46084570491947</c:v>
                </c:pt>
                <c:pt idx="160">
                  <c:v>-2.43109391529411</c:v>
                </c:pt>
                <c:pt idx="161">
                  <c:v>-2.40226184602257</c:v>
                </c:pt>
                <c:pt idx="162">
                  <c:v>-2.37432251359925</c:v>
                </c:pt>
                <c:pt idx="163">
                  <c:v>-2.34724961647417</c:v>
                </c:pt>
                <c:pt idx="164">
                  <c:v>-2.32101732916412</c:v>
                </c:pt>
                <c:pt idx="165">
                  <c:v>-2.29560010093176</c:v>
                </c:pt>
                <c:pt idx="166">
                  <c:v>-2.27097246101411</c:v>
                </c:pt>
                <c:pt idx="167">
                  <c:v>-2.24710883260876</c:v>
                </c:pt>
                <c:pt idx="168">
                  <c:v>-2.22398335798964</c:v>
                </c:pt>
                <c:pt idx="169">
                  <c:v>-2.20156973720763</c:v>
                </c:pt>
                <c:pt idx="170">
                  <c:v>-2.17984108282496</c:v>
                </c:pt>
                <c:pt idx="171">
                  <c:v>-2.15876979302344</c:v>
                </c:pt>
                <c:pt idx="172">
                  <c:v>-2.13832744521353</c:v>
                </c:pt>
                <c:pt idx="173">
                  <c:v>-2.11848471195162</c:v>
                </c:pt>
                <c:pt idx="174">
                  <c:v>-2.09921130055509</c:v>
                </c:pt>
                <c:pt idx="175">
                  <c:v>-2.08047591729997</c:v>
                </c:pt>
                <c:pt idx="176">
                  <c:v>-2.06224625651357</c:v>
                </c:pt>
                <c:pt idx="177">
                  <c:v>-2.04448901425781</c:v>
                </c:pt>
                <c:pt idx="178">
                  <c:v>-2.02716992566602</c:v>
                </c:pt>
                <c:pt idx="179">
                  <c:v>-2.01025382437672</c:v>
                </c:pt>
                <c:pt idx="180">
                  <c:v>-1.99370472193367</c:v>
                </c:pt>
                <c:pt idx="181">
                  <c:v>-1.97748590452083</c:v>
                </c:pt>
                <c:pt idx="182">
                  <c:v>-1.96156004399995</c:v>
                </c:pt>
                <c:pt idx="183">
                  <c:v>-1.94588931993829</c:v>
                </c:pt>
                <c:pt idx="184">
                  <c:v>-1.93043554916764</c:v>
                </c:pt>
                <c:pt idx="185">
                  <c:v>-1.91516031941133</c:v>
                </c:pt>
                <c:pt idx="186">
                  <c:v>-1.90002512365148</c:v>
                </c:pt>
                <c:pt idx="187">
                  <c:v>-1.88499149217765</c:v>
                </c:pt>
                <c:pt idx="188">
                  <c:v>-1.87002111964514</c:v>
                </c:pt>
                <c:pt idx="189">
                  <c:v>-1.85507598495874</c:v>
                </c:pt>
                <c:pt idx="190">
                  <c:v>-1.84011846236192</c:v>
                </c:pt>
                <c:pt idx="191">
                  <c:v>-1.82511142273025</c:v>
                </c:pt>
                <c:pt idx="192">
                  <c:v>-1.81001832471531</c:v>
                </c:pt>
                <c:pt idx="193">
                  <c:v>-1.7948032960407</c:v>
                </c:pt>
                <c:pt idx="194">
                  <c:v>-1.77943120589361</c:v>
                </c:pt>
                <c:pt idx="195">
                  <c:v>-1.76386772996852</c:v>
                </c:pt>
                <c:pt idx="196">
                  <c:v>-1.74807941028944</c:v>
                </c:pt>
                <c:pt idx="197">
                  <c:v>-1.73203371245601</c:v>
                </c:pt>
                <c:pt idx="198">
                  <c:v>-1.71569908341953</c:v>
                </c:pt>
                <c:pt idx="199">
                  <c:v>-1.69904501329481</c:v>
                </c:pt>
                <c:pt idx="200">
                  <c:v>-1.68204210505107</c:v>
                </c:pt>
                <c:pt idx="201">
                  <c:v>-1.66466215619822</c:v>
                </c:pt>
                <c:pt idx="202">
                  <c:v>-1.6468782567935</c:v>
                </c:pt>
                <c:pt idx="203">
                  <c:v>-1.6286649082329</c:v>
                </c:pt>
                <c:pt idx="204">
                  <c:v>-1.60999816735732</c:v>
                </c:pt>
                <c:pt idx="205">
                  <c:v>-1.5908558203843</c:v>
                </c:pt>
                <c:pt idx="206">
                  <c:v>-1.57121759105742</c:v>
                </c:pt>
                <c:pt idx="207">
                  <c:v>-1.55106538716741</c:v>
                </c:pt>
                <c:pt idx="208">
                  <c:v>-1.53038358921314</c:v>
                </c:pt>
                <c:pt idx="209">
                  <c:v>-1.50915938440566</c:v>
                </c:pt>
                <c:pt idx="210">
                  <c:v>-1.48738314843342</c:v>
                </c:pt>
                <c:pt idx="211">
                  <c:v>-1.46504887635795</c:v>
                </c:pt>
                <c:pt idx="212">
                  <c:v>-1.44215466264897</c:v>
                </c:pt>
                <c:pt idx="213">
                  <c:v>-1.41870322864681</c:v>
                </c:pt>
                <c:pt idx="214">
                  <c:v>-1.39470249361482</c:v>
                </c:pt>
                <c:pt idx="215">
                  <c:v>-1.37016618297881</c:v>
                </c:pt>
                <c:pt idx="216">
                  <c:v>-1.34511446432661</c:v>
                </c:pt>
                <c:pt idx="217">
                  <c:v>-1.31957459826613</c:v>
                </c:pt>
                <c:pt idx="218">
                  <c:v>-1.29358158735948</c:v>
                </c:pt>
                <c:pt idx="219">
                  <c:v>-1.2671788021555</c:v>
                </c:pt>
                <c:pt idx="220">
                  <c:v>-1.24041855898815</c:v>
                </c:pt>
                <c:pt idx="221">
                  <c:v>-1.21336261991528</c:v>
                </c:pt>
                <c:pt idx="222">
                  <c:v>-1.18608258124388</c:v>
                </c:pt>
                <c:pt idx="223">
                  <c:v>-1.15866011390173</c:v>
                </c:pt>
                <c:pt idx="224">
                  <c:v>-1.13118701692077</c:v>
                </c:pt>
                <c:pt idx="225">
                  <c:v>-1.10376504499145</c:v>
                </c:pt>
                <c:pt idx="226">
                  <c:v>-1.0765054729401</c:v>
                </c:pt>
                <c:pt idx="227">
                  <c:v>-1.04952836454616</c:v>
                </c:pt>
                <c:pt idx="228">
                  <c:v>-1.02296152072101</c:v>
                </c:pt>
                <c:pt idx="229">
                  <c:v>-0.996939092903877</c:v>
                </c:pt>
                <c:pt idx="230">
                  <c:v>-0.971599861522306</c:v>
                </c:pt>
                <c:pt idx="231">
                  <c:v>-0.947085196117027</c:v>
                </c:pt>
                <c:pt idx="232">
                  <c:v>-0.923536732475093</c:v>
                </c:pt>
                <c:pt idx="233">
                  <c:v>-0.901093821704303</c:v>
                </c:pt>
                <c:pt idx="234">
                  <c:v>-0.879890825144668</c:v>
                </c:pt>
                <c:pt idx="235">
                  <c:v>-0.860054345657893</c:v>
                </c:pt>
                <c:pt idx="236">
                  <c:v>-0.841700498420019</c:v>
                </c:pt>
                <c:pt idx="237">
                  <c:v>-0.824932331277934</c:v>
                </c:pt>
                <c:pt idx="238">
                  <c:v>-0.809837504806697</c:v>
                </c:pt>
                <c:pt idx="239">
                  <c:v>-0.796486334791792</c:v>
                </c:pt>
                <c:pt idx="240">
                  <c:v>-0.784930285050107</c:v>
                </c:pt>
              </c:numCache>
            </c:numRef>
          </c:yVal>
          <c:smooth val="0"/>
        </c:ser>
        <c:ser>
          <c:idx val="6"/>
          <c:order val="6"/>
          <c:tx>
            <c:strRef>
              <c:f>Sheet1!$B$1459</c:f>
              <c:strCache>
                <c:ptCount val="1"/>
                <c:pt idx="0">
                  <c:v>340 μm</c:v>
                </c:pt>
              </c:strCache>
            </c:strRef>
          </c:tx>
          <c:spPr>
            <a:ln w="20955">
              <a:solidFill>
                <a:srgbClr val="D28EAA"/>
              </a:solidFill>
            </a:ln>
          </c:spPr>
          <c:marker>
            <c:symbol val="none"/>
          </c:marker>
          <c:xVal>
            <c:numRef>
              <c:f>Sheet1!$A$1460:$A$1700</c:f>
              <c:numCache>
                <c:formatCode>General</c:formatCode>
                <c:ptCount val="241"/>
                <c:pt idx="0">
                  <c:v>100.0</c:v>
                </c:pt>
                <c:pt idx="1">
                  <c:v>100.5</c:v>
                </c:pt>
                <c:pt idx="2">
                  <c:v>101.0</c:v>
                </c:pt>
                <c:pt idx="3">
                  <c:v>101.5</c:v>
                </c:pt>
                <c:pt idx="4">
                  <c:v>102.0</c:v>
                </c:pt>
                <c:pt idx="5">
                  <c:v>102.5</c:v>
                </c:pt>
                <c:pt idx="6">
                  <c:v>103.0</c:v>
                </c:pt>
                <c:pt idx="7">
                  <c:v>103.5</c:v>
                </c:pt>
                <c:pt idx="8">
                  <c:v>104.0</c:v>
                </c:pt>
                <c:pt idx="9">
                  <c:v>104.5</c:v>
                </c:pt>
                <c:pt idx="10">
                  <c:v>105.0</c:v>
                </c:pt>
                <c:pt idx="11">
                  <c:v>105.5</c:v>
                </c:pt>
                <c:pt idx="12">
                  <c:v>106.0</c:v>
                </c:pt>
                <c:pt idx="13">
                  <c:v>106.5</c:v>
                </c:pt>
                <c:pt idx="14">
                  <c:v>107.0</c:v>
                </c:pt>
                <c:pt idx="15">
                  <c:v>107.5</c:v>
                </c:pt>
                <c:pt idx="16">
                  <c:v>108.0</c:v>
                </c:pt>
                <c:pt idx="17">
                  <c:v>108.5</c:v>
                </c:pt>
                <c:pt idx="18">
                  <c:v>109.0</c:v>
                </c:pt>
                <c:pt idx="19">
                  <c:v>109.5</c:v>
                </c:pt>
                <c:pt idx="20">
                  <c:v>110.0</c:v>
                </c:pt>
                <c:pt idx="21">
                  <c:v>110.5</c:v>
                </c:pt>
                <c:pt idx="22">
                  <c:v>111.0</c:v>
                </c:pt>
                <c:pt idx="23">
                  <c:v>111.5</c:v>
                </c:pt>
                <c:pt idx="24">
                  <c:v>112.0</c:v>
                </c:pt>
                <c:pt idx="25">
                  <c:v>112.5</c:v>
                </c:pt>
                <c:pt idx="26">
                  <c:v>113.0</c:v>
                </c:pt>
                <c:pt idx="27">
                  <c:v>113.5</c:v>
                </c:pt>
                <c:pt idx="28">
                  <c:v>114.0</c:v>
                </c:pt>
                <c:pt idx="29">
                  <c:v>114.5</c:v>
                </c:pt>
                <c:pt idx="30">
                  <c:v>115.0</c:v>
                </c:pt>
                <c:pt idx="31">
                  <c:v>115.5</c:v>
                </c:pt>
                <c:pt idx="32">
                  <c:v>116.0</c:v>
                </c:pt>
                <c:pt idx="33">
                  <c:v>116.5</c:v>
                </c:pt>
                <c:pt idx="34">
                  <c:v>117.0</c:v>
                </c:pt>
                <c:pt idx="35">
                  <c:v>117.5</c:v>
                </c:pt>
                <c:pt idx="36">
                  <c:v>118.0</c:v>
                </c:pt>
                <c:pt idx="37">
                  <c:v>118.5</c:v>
                </c:pt>
                <c:pt idx="38">
                  <c:v>119.0</c:v>
                </c:pt>
                <c:pt idx="39">
                  <c:v>119.5</c:v>
                </c:pt>
                <c:pt idx="40">
                  <c:v>120.0</c:v>
                </c:pt>
                <c:pt idx="41">
                  <c:v>120.5</c:v>
                </c:pt>
                <c:pt idx="42">
                  <c:v>121.0</c:v>
                </c:pt>
                <c:pt idx="43">
                  <c:v>121.5</c:v>
                </c:pt>
                <c:pt idx="44">
                  <c:v>122.0</c:v>
                </c:pt>
                <c:pt idx="45">
                  <c:v>122.5</c:v>
                </c:pt>
                <c:pt idx="46">
                  <c:v>123.0</c:v>
                </c:pt>
                <c:pt idx="47">
                  <c:v>123.5</c:v>
                </c:pt>
                <c:pt idx="48">
                  <c:v>124.0</c:v>
                </c:pt>
                <c:pt idx="49">
                  <c:v>124.5</c:v>
                </c:pt>
                <c:pt idx="50">
                  <c:v>125.0</c:v>
                </c:pt>
                <c:pt idx="51">
                  <c:v>125.5</c:v>
                </c:pt>
                <c:pt idx="52">
                  <c:v>126.0</c:v>
                </c:pt>
                <c:pt idx="53">
                  <c:v>126.5</c:v>
                </c:pt>
                <c:pt idx="54">
                  <c:v>127.0</c:v>
                </c:pt>
                <c:pt idx="55">
                  <c:v>127.5</c:v>
                </c:pt>
                <c:pt idx="56">
                  <c:v>128.0</c:v>
                </c:pt>
                <c:pt idx="57">
                  <c:v>128.5</c:v>
                </c:pt>
                <c:pt idx="58">
                  <c:v>129.0</c:v>
                </c:pt>
                <c:pt idx="59">
                  <c:v>129.5</c:v>
                </c:pt>
                <c:pt idx="60">
                  <c:v>130.0</c:v>
                </c:pt>
                <c:pt idx="61">
                  <c:v>130.5</c:v>
                </c:pt>
                <c:pt idx="62">
                  <c:v>131.0</c:v>
                </c:pt>
                <c:pt idx="63">
                  <c:v>131.5</c:v>
                </c:pt>
                <c:pt idx="64">
                  <c:v>132.0</c:v>
                </c:pt>
                <c:pt idx="65">
                  <c:v>132.5</c:v>
                </c:pt>
                <c:pt idx="66">
                  <c:v>133.0</c:v>
                </c:pt>
                <c:pt idx="67">
                  <c:v>133.5</c:v>
                </c:pt>
                <c:pt idx="68">
                  <c:v>134.0</c:v>
                </c:pt>
                <c:pt idx="69">
                  <c:v>134.5</c:v>
                </c:pt>
                <c:pt idx="70">
                  <c:v>135.0</c:v>
                </c:pt>
                <c:pt idx="71">
                  <c:v>135.5</c:v>
                </c:pt>
                <c:pt idx="72">
                  <c:v>136.0</c:v>
                </c:pt>
                <c:pt idx="73">
                  <c:v>136.5</c:v>
                </c:pt>
                <c:pt idx="74">
                  <c:v>137.0</c:v>
                </c:pt>
                <c:pt idx="75">
                  <c:v>137.5</c:v>
                </c:pt>
                <c:pt idx="76">
                  <c:v>138.0</c:v>
                </c:pt>
                <c:pt idx="77">
                  <c:v>138.5</c:v>
                </c:pt>
                <c:pt idx="78">
                  <c:v>139.0</c:v>
                </c:pt>
                <c:pt idx="79">
                  <c:v>139.5</c:v>
                </c:pt>
                <c:pt idx="80">
                  <c:v>140.0</c:v>
                </c:pt>
                <c:pt idx="81">
                  <c:v>140.5</c:v>
                </c:pt>
                <c:pt idx="82">
                  <c:v>141.0</c:v>
                </c:pt>
                <c:pt idx="83">
                  <c:v>141.5</c:v>
                </c:pt>
                <c:pt idx="84">
                  <c:v>142.0</c:v>
                </c:pt>
                <c:pt idx="85">
                  <c:v>142.5</c:v>
                </c:pt>
                <c:pt idx="86">
                  <c:v>143.0</c:v>
                </c:pt>
                <c:pt idx="87">
                  <c:v>143.5</c:v>
                </c:pt>
                <c:pt idx="88">
                  <c:v>144.0</c:v>
                </c:pt>
                <c:pt idx="89">
                  <c:v>144.5</c:v>
                </c:pt>
                <c:pt idx="90">
                  <c:v>145.0</c:v>
                </c:pt>
                <c:pt idx="91">
                  <c:v>145.5</c:v>
                </c:pt>
                <c:pt idx="92">
                  <c:v>146.0</c:v>
                </c:pt>
                <c:pt idx="93">
                  <c:v>146.5</c:v>
                </c:pt>
                <c:pt idx="94">
                  <c:v>147.0</c:v>
                </c:pt>
                <c:pt idx="95">
                  <c:v>147.5</c:v>
                </c:pt>
                <c:pt idx="96">
                  <c:v>148.0</c:v>
                </c:pt>
                <c:pt idx="97">
                  <c:v>148.5</c:v>
                </c:pt>
                <c:pt idx="98">
                  <c:v>149.0</c:v>
                </c:pt>
                <c:pt idx="99">
                  <c:v>149.5</c:v>
                </c:pt>
                <c:pt idx="100">
                  <c:v>150.0</c:v>
                </c:pt>
                <c:pt idx="101">
                  <c:v>150.5</c:v>
                </c:pt>
                <c:pt idx="102">
                  <c:v>151.0</c:v>
                </c:pt>
                <c:pt idx="103">
                  <c:v>151.5</c:v>
                </c:pt>
                <c:pt idx="104">
                  <c:v>152.0</c:v>
                </c:pt>
                <c:pt idx="105">
                  <c:v>152.5</c:v>
                </c:pt>
                <c:pt idx="106">
                  <c:v>153.0</c:v>
                </c:pt>
                <c:pt idx="107">
                  <c:v>153.5</c:v>
                </c:pt>
                <c:pt idx="108">
                  <c:v>154.0</c:v>
                </c:pt>
                <c:pt idx="109">
                  <c:v>154.5</c:v>
                </c:pt>
                <c:pt idx="110">
                  <c:v>155.0</c:v>
                </c:pt>
                <c:pt idx="111">
                  <c:v>155.5</c:v>
                </c:pt>
                <c:pt idx="112">
                  <c:v>156.0</c:v>
                </c:pt>
                <c:pt idx="113">
                  <c:v>156.5</c:v>
                </c:pt>
                <c:pt idx="114">
                  <c:v>157.0</c:v>
                </c:pt>
                <c:pt idx="115">
                  <c:v>157.5</c:v>
                </c:pt>
                <c:pt idx="116">
                  <c:v>158.0</c:v>
                </c:pt>
                <c:pt idx="117">
                  <c:v>158.5</c:v>
                </c:pt>
                <c:pt idx="118">
                  <c:v>159.0</c:v>
                </c:pt>
                <c:pt idx="119">
                  <c:v>159.5</c:v>
                </c:pt>
                <c:pt idx="120">
                  <c:v>160.0</c:v>
                </c:pt>
                <c:pt idx="121">
                  <c:v>160.5</c:v>
                </c:pt>
                <c:pt idx="122">
                  <c:v>161.0</c:v>
                </c:pt>
                <c:pt idx="123">
                  <c:v>161.5</c:v>
                </c:pt>
                <c:pt idx="124">
                  <c:v>162.0</c:v>
                </c:pt>
                <c:pt idx="125">
                  <c:v>162.5</c:v>
                </c:pt>
                <c:pt idx="126">
                  <c:v>163.0</c:v>
                </c:pt>
                <c:pt idx="127">
                  <c:v>163.5</c:v>
                </c:pt>
                <c:pt idx="128">
                  <c:v>164.0</c:v>
                </c:pt>
                <c:pt idx="129">
                  <c:v>164.5</c:v>
                </c:pt>
                <c:pt idx="130">
                  <c:v>165.0</c:v>
                </c:pt>
                <c:pt idx="131">
                  <c:v>165.5</c:v>
                </c:pt>
                <c:pt idx="132">
                  <c:v>166.0</c:v>
                </c:pt>
                <c:pt idx="133">
                  <c:v>166.5</c:v>
                </c:pt>
                <c:pt idx="134">
                  <c:v>167.0</c:v>
                </c:pt>
                <c:pt idx="135">
                  <c:v>167.5</c:v>
                </c:pt>
                <c:pt idx="136">
                  <c:v>168.0</c:v>
                </c:pt>
                <c:pt idx="137">
                  <c:v>168.5</c:v>
                </c:pt>
                <c:pt idx="138">
                  <c:v>169.0</c:v>
                </c:pt>
                <c:pt idx="139">
                  <c:v>169.5</c:v>
                </c:pt>
                <c:pt idx="140">
                  <c:v>170.0</c:v>
                </c:pt>
                <c:pt idx="141">
                  <c:v>170.5</c:v>
                </c:pt>
                <c:pt idx="142">
                  <c:v>171.0</c:v>
                </c:pt>
                <c:pt idx="143">
                  <c:v>171.5</c:v>
                </c:pt>
                <c:pt idx="144">
                  <c:v>172.0</c:v>
                </c:pt>
                <c:pt idx="145">
                  <c:v>172.5</c:v>
                </c:pt>
                <c:pt idx="146">
                  <c:v>173.0</c:v>
                </c:pt>
                <c:pt idx="147">
                  <c:v>173.5</c:v>
                </c:pt>
                <c:pt idx="148">
                  <c:v>174.0</c:v>
                </c:pt>
                <c:pt idx="149">
                  <c:v>174.5</c:v>
                </c:pt>
                <c:pt idx="150">
                  <c:v>175.0</c:v>
                </c:pt>
                <c:pt idx="151">
                  <c:v>175.5</c:v>
                </c:pt>
                <c:pt idx="152">
                  <c:v>176.0</c:v>
                </c:pt>
                <c:pt idx="153">
                  <c:v>176.5</c:v>
                </c:pt>
                <c:pt idx="154">
                  <c:v>177.0</c:v>
                </c:pt>
                <c:pt idx="155">
                  <c:v>177.5</c:v>
                </c:pt>
                <c:pt idx="156">
                  <c:v>178.0</c:v>
                </c:pt>
                <c:pt idx="157">
                  <c:v>178.5</c:v>
                </c:pt>
                <c:pt idx="158">
                  <c:v>179.0</c:v>
                </c:pt>
                <c:pt idx="159">
                  <c:v>179.5</c:v>
                </c:pt>
                <c:pt idx="160">
                  <c:v>180.0</c:v>
                </c:pt>
                <c:pt idx="161">
                  <c:v>180.5</c:v>
                </c:pt>
                <c:pt idx="162">
                  <c:v>181.0</c:v>
                </c:pt>
                <c:pt idx="163">
                  <c:v>181.5</c:v>
                </c:pt>
                <c:pt idx="164">
                  <c:v>182.0</c:v>
                </c:pt>
                <c:pt idx="165">
                  <c:v>182.5</c:v>
                </c:pt>
                <c:pt idx="166">
                  <c:v>183.0</c:v>
                </c:pt>
                <c:pt idx="167">
                  <c:v>183.5</c:v>
                </c:pt>
                <c:pt idx="168">
                  <c:v>184.0</c:v>
                </c:pt>
                <c:pt idx="169">
                  <c:v>184.5</c:v>
                </c:pt>
                <c:pt idx="170">
                  <c:v>185.0</c:v>
                </c:pt>
                <c:pt idx="171">
                  <c:v>185.5</c:v>
                </c:pt>
                <c:pt idx="172">
                  <c:v>186.0</c:v>
                </c:pt>
                <c:pt idx="173">
                  <c:v>186.5</c:v>
                </c:pt>
                <c:pt idx="174">
                  <c:v>187.0</c:v>
                </c:pt>
                <c:pt idx="175">
                  <c:v>187.5</c:v>
                </c:pt>
                <c:pt idx="176">
                  <c:v>188.0</c:v>
                </c:pt>
                <c:pt idx="177">
                  <c:v>188.5</c:v>
                </c:pt>
                <c:pt idx="178">
                  <c:v>189.0</c:v>
                </c:pt>
                <c:pt idx="179">
                  <c:v>189.5</c:v>
                </c:pt>
                <c:pt idx="180">
                  <c:v>190.0</c:v>
                </c:pt>
                <c:pt idx="181">
                  <c:v>190.5</c:v>
                </c:pt>
                <c:pt idx="182">
                  <c:v>191.0</c:v>
                </c:pt>
                <c:pt idx="183">
                  <c:v>191.5</c:v>
                </c:pt>
                <c:pt idx="184">
                  <c:v>192.0</c:v>
                </c:pt>
                <c:pt idx="185">
                  <c:v>192.5</c:v>
                </c:pt>
                <c:pt idx="186">
                  <c:v>193.0</c:v>
                </c:pt>
                <c:pt idx="187">
                  <c:v>193.5</c:v>
                </c:pt>
                <c:pt idx="188">
                  <c:v>194.0</c:v>
                </c:pt>
                <c:pt idx="189">
                  <c:v>194.5</c:v>
                </c:pt>
                <c:pt idx="190">
                  <c:v>195.0</c:v>
                </c:pt>
                <c:pt idx="191">
                  <c:v>195.5</c:v>
                </c:pt>
                <c:pt idx="192">
                  <c:v>196.0</c:v>
                </c:pt>
                <c:pt idx="193">
                  <c:v>196.5</c:v>
                </c:pt>
                <c:pt idx="194">
                  <c:v>197.0</c:v>
                </c:pt>
                <c:pt idx="195">
                  <c:v>197.5</c:v>
                </c:pt>
                <c:pt idx="196">
                  <c:v>198.0</c:v>
                </c:pt>
                <c:pt idx="197">
                  <c:v>198.5</c:v>
                </c:pt>
                <c:pt idx="198">
                  <c:v>199.0</c:v>
                </c:pt>
                <c:pt idx="199">
                  <c:v>199.5</c:v>
                </c:pt>
                <c:pt idx="200">
                  <c:v>200.0</c:v>
                </c:pt>
                <c:pt idx="201">
                  <c:v>200.5</c:v>
                </c:pt>
                <c:pt idx="202">
                  <c:v>201.0</c:v>
                </c:pt>
                <c:pt idx="203">
                  <c:v>201.5</c:v>
                </c:pt>
                <c:pt idx="204">
                  <c:v>202.0</c:v>
                </c:pt>
                <c:pt idx="205">
                  <c:v>202.5</c:v>
                </c:pt>
                <c:pt idx="206">
                  <c:v>203.0</c:v>
                </c:pt>
                <c:pt idx="207">
                  <c:v>203.5</c:v>
                </c:pt>
                <c:pt idx="208">
                  <c:v>204.0</c:v>
                </c:pt>
                <c:pt idx="209">
                  <c:v>204.5</c:v>
                </c:pt>
                <c:pt idx="210">
                  <c:v>205.0</c:v>
                </c:pt>
                <c:pt idx="211">
                  <c:v>205.5</c:v>
                </c:pt>
                <c:pt idx="212">
                  <c:v>206.0</c:v>
                </c:pt>
                <c:pt idx="213">
                  <c:v>206.5</c:v>
                </c:pt>
                <c:pt idx="214">
                  <c:v>207.0</c:v>
                </c:pt>
                <c:pt idx="215">
                  <c:v>207.5</c:v>
                </c:pt>
                <c:pt idx="216">
                  <c:v>208.0</c:v>
                </c:pt>
                <c:pt idx="217">
                  <c:v>208.5</c:v>
                </c:pt>
                <c:pt idx="218">
                  <c:v>209.0</c:v>
                </c:pt>
                <c:pt idx="219">
                  <c:v>209.5</c:v>
                </c:pt>
                <c:pt idx="220">
                  <c:v>210.0</c:v>
                </c:pt>
                <c:pt idx="221">
                  <c:v>210.5</c:v>
                </c:pt>
                <c:pt idx="222">
                  <c:v>211.0</c:v>
                </c:pt>
                <c:pt idx="223">
                  <c:v>211.5</c:v>
                </c:pt>
                <c:pt idx="224">
                  <c:v>212.0</c:v>
                </c:pt>
                <c:pt idx="225">
                  <c:v>212.5</c:v>
                </c:pt>
                <c:pt idx="226">
                  <c:v>213.0</c:v>
                </c:pt>
                <c:pt idx="227">
                  <c:v>213.5</c:v>
                </c:pt>
                <c:pt idx="228">
                  <c:v>214.0</c:v>
                </c:pt>
                <c:pt idx="229">
                  <c:v>214.5</c:v>
                </c:pt>
                <c:pt idx="230">
                  <c:v>215.0</c:v>
                </c:pt>
                <c:pt idx="231">
                  <c:v>215.5</c:v>
                </c:pt>
                <c:pt idx="232">
                  <c:v>216.0</c:v>
                </c:pt>
                <c:pt idx="233">
                  <c:v>216.5</c:v>
                </c:pt>
                <c:pt idx="234">
                  <c:v>217.0</c:v>
                </c:pt>
                <c:pt idx="235">
                  <c:v>217.5</c:v>
                </c:pt>
                <c:pt idx="236">
                  <c:v>218.0</c:v>
                </c:pt>
                <c:pt idx="237">
                  <c:v>218.5</c:v>
                </c:pt>
                <c:pt idx="238">
                  <c:v>219.0</c:v>
                </c:pt>
                <c:pt idx="239">
                  <c:v>219.5</c:v>
                </c:pt>
                <c:pt idx="240">
                  <c:v>220.0</c:v>
                </c:pt>
              </c:numCache>
            </c:numRef>
          </c:xVal>
          <c:yVal>
            <c:numRef>
              <c:f>Sheet1!$B$1460:$B$1700</c:f>
              <c:numCache>
                <c:formatCode>General</c:formatCode>
                <c:ptCount val="241"/>
                <c:pt idx="0">
                  <c:v>-0.39578680886344</c:v>
                </c:pt>
                <c:pt idx="1">
                  <c:v>-0.422303836768807</c:v>
                </c:pt>
                <c:pt idx="2">
                  <c:v>-0.452555901450215</c:v>
                </c:pt>
                <c:pt idx="3">
                  <c:v>-0.487393810216779</c:v>
                </c:pt>
                <c:pt idx="4">
                  <c:v>-0.528003656192118</c:v>
                </c:pt>
                <c:pt idx="5">
                  <c:v>-0.576080949925235</c:v>
                </c:pt>
                <c:pt idx="6">
                  <c:v>-0.634121018914791</c:v>
                </c:pt>
                <c:pt idx="7">
                  <c:v>-0.705922832731793</c:v>
                </c:pt>
                <c:pt idx="8">
                  <c:v>-0.797503114713595</c:v>
                </c:pt>
                <c:pt idx="9">
                  <c:v>-0.918840346482664</c:v>
                </c:pt>
                <c:pt idx="10">
                  <c:v>-1.08738971636901</c:v>
                </c:pt>
                <c:pt idx="11">
                  <c:v>-1.33556436761737</c:v>
                </c:pt>
                <c:pt idx="12">
                  <c:v>-1.72722499519823</c:v>
                </c:pt>
                <c:pt idx="13">
                  <c:v>-2.39153510145009</c:v>
                </c:pt>
                <c:pt idx="14">
                  <c:v>-3.54541879868301</c:v>
                </c:pt>
                <c:pt idx="15">
                  <c:v>-5.01372807028722</c:v>
                </c:pt>
                <c:pt idx="16">
                  <c:v>-4.64947997127178</c:v>
                </c:pt>
                <c:pt idx="17">
                  <c:v>-2.83538321623078</c:v>
                </c:pt>
                <c:pt idx="18">
                  <c:v>-1.70135006664123</c:v>
                </c:pt>
                <c:pt idx="19">
                  <c:v>-1.166631383632</c:v>
                </c:pt>
                <c:pt idx="20">
                  <c:v>-0.917263520905095</c:v>
                </c:pt>
                <c:pt idx="21">
                  <c:v>-0.800361173023634</c:v>
                </c:pt>
                <c:pt idx="22">
                  <c:v>-0.749328889063359</c:v>
                </c:pt>
                <c:pt idx="23">
                  <c:v>-0.733839288544242</c:v>
                </c:pt>
                <c:pt idx="24">
                  <c:v>-0.739114673659432</c:v>
                </c:pt>
                <c:pt idx="25">
                  <c:v>-0.757486722483629</c:v>
                </c:pt>
                <c:pt idx="26">
                  <c:v>-0.784765313050238</c:v>
                </c:pt>
                <c:pt idx="27">
                  <c:v>-0.818570809581151</c:v>
                </c:pt>
                <c:pt idx="28">
                  <c:v>-0.857519328639542</c:v>
                </c:pt>
                <c:pt idx="29">
                  <c:v>-0.900802323599731</c:v>
                </c:pt>
                <c:pt idx="30">
                  <c:v>-0.94795913860976</c:v>
                </c:pt>
                <c:pt idx="31">
                  <c:v>-0.998748926224099</c:v>
                </c:pt>
                <c:pt idx="32">
                  <c:v>-1.05307610536789</c:v>
                </c:pt>
                <c:pt idx="33">
                  <c:v>-1.1109458796986</c:v>
                </c:pt>
                <c:pt idx="34">
                  <c:v>-1.17243729861078</c:v>
                </c:pt>
                <c:pt idx="35">
                  <c:v>-1.23768696235606</c:v>
                </c:pt>
                <c:pt idx="36">
                  <c:v>-1.30687947436154</c:v>
                </c:pt>
                <c:pt idx="37">
                  <c:v>-1.380242415642</c:v>
                </c:pt>
                <c:pt idx="38">
                  <c:v>-1.4580445940845</c:v>
                </c:pt>
                <c:pt idx="39">
                  <c:v>-1.54059693422177</c:v>
                </c:pt>
                <c:pt idx="40">
                  <c:v>-1.62825580161352</c:v>
                </c:pt>
                <c:pt idx="41">
                  <c:v>-1.72142890987001</c:v>
                </c:pt>
                <c:pt idx="42">
                  <c:v>-1.82058431748549</c:v>
                </c:pt>
                <c:pt idx="43">
                  <c:v>-1.92626346187507</c:v>
                </c:pt>
                <c:pt idx="44">
                  <c:v>-2.03909979405821</c:v>
                </c:pt>
                <c:pt idx="45">
                  <c:v>-2.15984551172773</c:v>
                </c:pt>
                <c:pt idx="46">
                  <c:v>-2.28941037780125</c:v>
                </c:pt>
                <c:pt idx="47">
                  <c:v>-2.42891907229185</c:v>
                </c:pt>
                <c:pt idx="48">
                  <c:v>-2.57979771731793</c:v>
                </c:pt>
                <c:pt idx="49">
                  <c:v>-2.74390756863326</c:v>
                </c:pt>
                <c:pt idx="50">
                  <c:v>-2.92375714931638</c:v>
                </c:pt>
                <c:pt idx="51">
                  <c:v>-3.12284878529313</c:v>
                </c:pt>
                <c:pt idx="52">
                  <c:v>-3.3462625127071</c:v>
                </c:pt>
                <c:pt idx="53">
                  <c:v>-3.60167087957208</c:v>
                </c:pt>
                <c:pt idx="54">
                  <c:v>-3.90114749595403</c:v>
                </c:pt>
                <c:pt idx="55">
                  <c:v>-4.26439411554921</c:v>
                </c:pt>
                <c:pt idx="56">
                  <c:v>-4.72398775542373</c:v>
                </c:pt>
                <c:pt idx="57">
                  <c:v>-5.32930393694242</c:v>
                </c:pt>
                <c:pt idx="58">
                  <c:v>-6.11115874604973</c:v>
                </c:pt>
                <c:pt idx="59">
                  <c:v>-6.78570300351853</c:v>
                </c:pt>
                <c:pt idx="60">
                  <c:v>-6.25746081081497</c:v>
                </c:pt>
                <c:pt idx="61">
                  <c:v>-4.86981953545705</c:v>
                </c:pt>
                <c:pt idx="62">
                  <c:v>-4.15006135523769</c:v>
                </c:pt>
                <c:pt idx="63">
                  <c:v>-4.01564049370069</c:v>
                </c:pt>
                <c:pt idx="64">
                  <c:v>-4.11460758015546</c:v>
                </c:pt>
                <c:pt idx="65">
                  <c:v>-4.29031241586167</c:v>
                </c:pt>
                <c:pt idx="66">
                  <c:v>-4.48482814782213</c:v>
                </c:pt>
                <c:pt idx="67">
                  <c:v>-4.67536286058368</c:v>
                </c:pt>
                <c:pt idx="68">
                  <c:v>-4.85149454473124</c:v>
                </c:pt>
                <c:pt idx="69">
                  <c:v>-5.00755378394874</c:v>
                </c:pt>
                <c:pt idx="70">
                  <c:v>-5.14019702963682</c:v>
                </c:pt>
                <c:pt idx="71">
                  <c:v>-5.24787557068256</c:v>
                </c:pt>
                <c:pt idx="72">
                  <c:v>-5.33103520022669</c:v>
                </c:pt>
                <c:pt idx="73">
                  <c:v>-5.39252165393557</c:v>
                </c:pt>
                <c:pt idx="74">
                  <c:v>-5.437835380499</c:v>
                </c:pt>
                <c:pt idx="75">
                  <c:v>-5.47492950562279</c:v>
                </c:pt>
                <c:pt idx="76">
                  <c:v>-5.51333713027075</c:v>
                </c:pt>
                <c:pt idx="77">
                  <c:v>-5.56262479281484</c:v>
                </c:pt>
                <c:pt idx="78">
                  <c:v>-5.63047649967654</c:v>
                </c:pt>
                <c:pt idx="79">
                  <c:v>-5.72097705418883</c:v>
                </c:pt>
                <c:pt idx="80">
                  <c:v>-5.83369324618594</c:v>
                </c:pt>
                <c:pt idx="81">
                  <c:v>-5.96386831491903</c:v>
                </c:pt>
                <c:pt idx="82">
                  <c:v>-6.10359562043373</c:v>
                </c:pt>
                <c:pt idx="83">
                  <c:v>-6.24349512593163</c:v>
                </c:pt>
                <c:pt idx="84">
                  <c:v>-6.37435123737831</c:v>
                </c:pt>
                <c:pt idx="85">
                  <c:v>-6.48833899909091</c:v>
                </c:pt>
                <c:pt idx="86">
                  <c:v>-6.57970617049893</c:v>
                </c:pt>
                <c:pt idx="87">
                  <c:v>-6.64496221251891</c:v>
                </c:pt>
                <c:pt idx="88">
                  <c:v>-6.6827127134136</c:v>
                </c:pt>
                <c:pt idx="89">
                  <c:v>-6.69329062412415</c:v>
                </c:pt>
                <c:pt idx="90">
                  <c:v>-6.67830956613314</c:v>
                </c:pt>
                <c:pt idx="91">
                  <c:v>-6.64022603881775</c:v>
                </c:pt>
                <c:pt idx="92">
                  <c:v>-6.58196085521165</c:v>
                </c:pt>
                <c:pt idx="93">
                  <c:v>-6.5066014470606</c:v>
                </c:pt>
                <c:pt idx="94">
                  <c:v>-6.41718713020766</c:v>
                </c:pt>
                <c:pt idx="95">
                  <c:v>-6.31656808159833</c:v>
                </c:pt>
                <c:pt idx="96">
                  <c:v>-6.20732374202181</c:v>
                </c:pt>
                <c:pt idx="97">
                  <c:v>-6.09172552107998</c:v>
                </c:pt>
                <c:pt idx="98">
                  <c:v>-5.97173021323017</c:v>
                </c:pt>
                <c:pt idx="99">
                  <c:v>-5.84899308762519</c:v>
                </c:pt>
                <c:pt idx="100">
                  <c:v>-5.72489233559103</c:v>
                </c:pt>
                <c:pt idx="101">
                  <c:v>-5.60055899368629</c:v>
                </c:pt>
                <c:pt idx="102">
                  <c:v>-5.47690842697206</c:v>
                </c:pt>
                <c:pt idx="103">
                  <c:v>-5.3546709369778</c:v>
                </c:pt>
                <c:pt idx="104">
                  <c:v>-5.23442011124968</c:v>
                </c:pt>
                <c:pt idx="105">
                  <c:v>-5.11659824307708</c:v>
                </c:pt>
                <c:pt idx="106">
                  <c:v>-5.00153860742746</c:v>
                </c:pt>
                <c:pt idx="107">
                  <c:v>-4.88948465607876</c:v>
                </c:pt>
                <c:pt idx="108">
                  <c:v>-4.78060634916979</c:v>
                </c:pt>
                <c:pt idx="109">
                  <c:v>-4.67501391448877</c:v>
                </c:pt>
                <c:pt idx="110">
                  <c:v>-4.57276934986111</c:v>
                </c:pt>
                <c:pt idx="111">
                  <c:v>-4.47389597843866</c:v>
                </c:pt>
                <c:pt idx="112">
                  <c:v>-4.37838634499754</c:v>
                </c:pt>
                <c:pt idx="113">
                  <c:v>-4.28620871207672</c:v>
                </c:pt>
                <c:pt idx="114">
                  <c:v>-4.19731238315657</c:v>
                </c:pt>
                <c:pt idx="115">
                  <c:v>-4.11163204910546</c:v>
                </c:pt>
                <c:pt idx="116">
                  <c:v>-4.02909132541315</c:v>
                </c:pt>
                <c:pt idx="117">
                  <c:v>-3.94960562200372</c:v>
                </c:pt>
                <c:pt idx="118">
                  <c:v>-3.87308446486607</c:v>
                </c:pt>
                <c:pt idx="119">
                  <c:v>-3.79943336924963</c:v>
                </c:pt>
                <c:pt idx="120">
                  <c:v>-3.72855534748463</c:v>
                </c:pt>
                <c:pt idx="121">
                  <c:v>-3.66035212027698</c:v>
                </c:pt>
                <c:pt idx="122">
                  <c:v>-3.59472508826713</c:v>
                </c:pt>
                <c:pt idx="123">
                  <c:v>-3.53157611042122</c:v>
                </c:pt>
                <c:pt idx="124">
                  <c:v>-3.47080812717</c:v>
                </c:pt>
                <c:pt idx="125">
                  <c:v>-3.41232565890113</c:v>
                </c:pt>
                <c:pt idx="126">
                  <c:v>-3.35603520425233</c:v>
                </c:pt>
                <c:pt idx="127">
                  <c:v>-3.30184555750246</c:v>
                </c:pt>
                <c:pt idx="128">
                  <c:v>-3.24966806008808</c:v>
                </c:pt>
                <c:pt idx="129">
                  <c:v>-3.19941679778889</c:v>
                </c:pt>
                <c:pt idx="130">
                  <c:v>-3.15100875233832</c:v>
                </c:pt>
                <c:pt idx="131">
                  <c:v>-3.10436391404593</c:v>
                </c:pt>
                <c:pt idx="132">
                  <c:v>-3.05940536038972</c:v>
                </c:pt>
                <c:pt idx="133">
                  <c:v>-3.01605930437097</c:v>
                </c:pt>
                <c:pt idx="134">
                  <c:v>-2.97425511564335</c:v>
                </c:pt>
                <c:pt idx="135">
                  <c:v>-2.93392531695294</c:v>
                </c:pt>
                <c:pt idx="136">
                  <c:v>-2.89500555818081</c:v>
                </c:pt>
                <c:pt idx="137">
                  <c:v>-2.85743457019369</c:v>
                </c:pt>
                <c:pt idx="138">
                  <c:v>-2.82115410071766</c:v>
                </c:pt>
                <c:pt idx="139">
                  <c:v>-2.78610883450247</c:v>
                </c:pt>
                <c:pt idx="140">
                  <c:v>-2.75224630009814</c:v>
                </c:pt>
                <c:pt idx="141">
                  <c:v>-2.7195167655923</c:v>
                </c:pt>
                <c:pt idx="142">
                  <c:v>-2.68787312563795</c:v>
                </c:pt>
                <c:pt idx="143">
                  <c:v>-2.65727078202925</c:v>
                </c:pt>
                <c:pt idx="144">
                  <c:v>-2.62766751995797</c:v>
                </c:pt>
                <c:pt idx="145">
                  <c:v>-2.59902338191136</c:v>
                </c:pt>
                <c:pt idx="146">
                  <c:v>-2.57130054096359</c:v>
                </c:pt>
                <c:pt idx="147">
                  <c:v>-2.54446317497902</c:v>
                </c:pt>
                <c:pt idx="148">
                  <c:v>-2.51847734299931</c:v>
                </c:pt>
                <c:pt idx="149">
                  <c:v>-2.49331086483796</c:v>
                </c:pt>
                <c:pt idx="150">
                  <c:v>-2.46893320466564</c:v>
                </c:pt>
                <c:pt idx="151">
                  <c:v>-2.44531535914457</c:v>
                </c:pt>
                <c:pt idx="152">
                  <c:v>-2.42242975046574</c:v>
                </c:pt>
                <c:pt idx="153">
                  <c:v>-2.40025012446179</c:v>
                </c:pt>
                <c:pt idx="154">
                  <c:v>-2.37875145381267</c:v>
                </c:pt>
                <c:pt idx="155">
                  <c:v>-2.35790984622976</c:v>
                </c:pt>
                <c:pt idx="156">
                  <c:v>-2.33770245739679</c:v>
                </c:pt>
                <c:pt idx="157">
                  <c:v>-2.31810740835906</c:v>
                </c:pt>
                <c:pt idx="158">
                  <c:v>-2.2991037069852</c:v>
                </c:pt>
                <c:pt idx="159">
                  <c:v>-2.28067117307311</c:v>
                </c:pt>
                <c:pt idx="160">
                  <c:v>-2.26279036663323</c:v>
                </c:pt>
                <c:pt idx="161">
                  <c:v>-2.24544251885235</c:v>
                </c:pt>
                <c:pt idx="162">
                  <c:v>-2.22860946522006</c:v>
                </c:pt>
                <c:pt idx="163">
                  <c:v>-2.21227358028246</c:v>
                </c:pt>
                <c:pt idx="164">
                  <c:v>-2.19641771347398</c:v>
                </c:pt>
                <c:pt idx="165">
                  <c:v>-2.1810251254651</c:v>
                </c:pt>
                <c:pt idx="166">
                  <c:v>-2.16607942444976</c:v>
                </c:pt>
                <c:pt idx="167">
                  <c:v>-2.15156450178112</c:v>
                </c:pt>
                <c:pt idx="168">
                  <c:v>-2.13746446634571</c:v>
                </c:pt>
                <c:pt idx="169">
                  <c:v>-2.12376357704348</c:v>
                </c:pt>
                <c:pt idx="170">
                  <c:v>-2.11044617271516</c:v>
                </c:pt>
                <c:pt idx="171">
                  <c:v>-2.09749659882633</c:v>
                </c:pt>
                <c:pt idx="172">
                  <c:v>-2.08489913018138</c:v>
                </c:pt>
                <c:pt idx="173">
                  <c:v>-2.07263788889884</c:v>
                </c:pt>
                <c:pt idx="174">
                  <c:v>-2.06069675683331</c:v>
                </c:pt>
                <c:pt idx="175">
                  <c:v>-2.04905928157867</c:v>
                </c:pt>
                <c:pt idx="176">
                  <c:v>-2.03770857513375</c:v>
                </c:pt>
                <c:pt idx="177">
                  <c:v>-2.02662720425648</c:v>
                </c:pt>
                <c:pt idx="178">
                  <c:v>-2.01579707147791</c:v>
                </c:pt>
                <c:pt idx="179">
                  <c:v>-2.00519928569692</c:v>
                </c:pt>
                <c:pt idx="180">
                  <c:v>-1.9948140212333</c:v>
                </c:pt>
                <c:pt idx="181">
                  <c:v>-1.98462036418802</c:v>
                </c:pt>
                <c:pt idx="182">
                  <c:v>-1.97459614495089</c:v>
                </c:pt>
                <c:pt idx="183">
                  <c:v>-1.96471775571909</c:v>
                </c:pt>
                <c:pt idx="184">
                  <c:v>-1.95495995195576</c:v>
                </c:pt>
                <c:pt idx="185">
                  <c:v>-1.94529563684448</c:v>
                </c:pt>
                <c:pt idx="186">
                  <c:v>-1.93569562800197</c:v>
                </c:pt>
                <c:pt idx="187">
                  <c:v>-1.92612840602464</c:v>
                </c:pt>
                <c:pt idx="188">
                  <c:v>-1.91655984489738</c:v>
                </c:pt>
                <c:pt idx="189">
                  <c:v>-1.90695292492372</c:v>
                </c:pt>
                <c:pt idx="190">
                  <c:v>-1.8972674296959</c:v>
                </c:pt>
                <c:pt idx="191">
                  <c:v>-1.88745962976617</c:v>
                </c:pt>
                <c:pt idx="192">
                  <c:v>-1.87748195717749</c:v>
                </c:pt>
                <c:pt idx="193">
                  <c:v>-1.86728267693705</c:v>
                </c:pt>
                <c:pt idx="194">
                  <c:v>-1.85680556395638</c:v>
                </c:pt>
                <c:pt idx="195">
                  <c:v>-1.84598959702588</c:v>
                </c:pt>
                <c:pt idx="196">
                  <c:v>-1.83476868512691</c:v>
                </c:pt>
                <c:pt idx="197">
                  <c:v>-1.82307144588568</c:v>
                </c:pt>
                <c:pt idx="198">
                  <c:v>-1.81082106128631</c:v>
                </c:pt>
                <c:pt idx="199">
                  <c:v>-1.79793524187857</c:v>
                </c:pt>
                <c:pt idx="200">
                  <c:v>-1.78432633754721</c:v>
                </c:pt>
                <c:pt idx="201">
                  <c:v>-1.76990164023447</c:v>
                </c:pt>
                <c:pt idx="202">
                  <c:v>-1.75456393142266</c:v>
                </c:pt>
                <c:pt idx="203">
                  <c:v>-1.73821233404206</c:v>
                </c:pt>
                <c:pt idx="204">
                  <c:v>-1.72074353381083</c:v>
                </c:pt>
                <c:pt idx="205">
                  <c:v>-1.70205343750654</c:v>
                </c:pt>
                <c:pt idx="206">
                  <c:v>-1.68203933357633</c:v>
                </c:pt>
                <c:pt idx="207">
                  <c:v>-1.66060261168717</c:v>
                </c:pt>
                <c:pt idx="208">
                  <c:v>-1.63765207989578</c:v>
                </c:pt>
                <c:pt idx="209">
                  <c:v>-1.61310788863359</c:v>
                </c:pt>
                <c:pt idx="210">
                  <c:v>-1.58690602759213</c:v>
                </c:pt>
                <c:pt idx="211">
                  <c:v>-1.55900330378707</c:v>
                </c:pt>
                <c:pt idx="212">
                  <c:v>-1.52938263730011</c:v>
                </c:pt>
                <c:pt idx="213">
                  <c:v>-1.49805842886278</c:v>
                </c:pt>
                <c:pt idx="214">
                  <c:v>-1.46508166746355</c:v>
                </c:pt>
                <c:pt idx="215">
                  <c:v>-1.4305443673571</c:v>
                </c:pt>
                <c:pt idx="216">
                  <c:v>-1.39458286663991</c:v>
                </c:pt>
                <c:pt idx="217">
                  <c:v>-1.35737950048111</c:v>
                </c:pt>
                <c:pt idx="218">
                  <c:v>-1.31916219710912</c:v>
                </c:pt>
                <c:pt idx="219">
                  <c:v>-1.28020164522649</c:v>
                </c:pt>
                <c:pt idx="220">
                  <c:v>-1.24080585031402</c:v>
                </c:pt>
                <c:pt idx="221">
                  <c:v>-1.20131212451429</c:v>
                </c:pt>
                <c:pt idx="222">
                  <c:v>-1.16207681678522</c:v>
                </c:pt>
                <c:pt idx="223">
                  <c:v>-1.12346335116623</c:v>
                </c:pt>
                <c:pt idx="224">
                  <c:v>-1.0858293594627</c:v>
                </c:pt>
                <c:pt idx="225">
                  <c:v>-1.0495138310209</c:v>
                </c:pt>
                <c:pt idx="226">
                  <c:v>-1.01482522896808</c:v>
                </c:pt>
                <c:pt idx="227">
                  <c:v>-0.982031430936657</c:v>
                </c:pt>
                <c:pt idx="228">
                  <c:v>-0.951352156431024</c:v>
                </c:pt>
                <c:pt idx="229">
                  <c:v>-0.922954275263449</c:v>
                </c:pt>
                <c:pt idx="230">
                  <c:v>-0.896950095886766</c:v>
                </c:pt>
                <c:pt idx="231">
                  <c:v>-0.873398454254151</c:v>
                </c:pt>
                <c:pt idx="232">
                  <c:v>-0.852308200101886</c:v>
                </c:pt>
                <c:pt idx="233">
                  <c:v>-0.833643530856693</c:v>
                </c:pt>
                <c:pt idx="234">
                  <c:v>-0.817330559889829</c:v>
                </c:pt>
                <c:pt idx="235">
                  <c:v>-0.803264517457524</c:v>
                </c:pt>
                <c:pt idx="236">
                  <c:v>-0.791317051674831</c:v>
                </c:pt>
                <c:pt idx="237">
                  <c:v>-0.781343201478878</c:v>
                </c:pt>
                <c:pt idx="238">
                  <c:v>-0.773187732672262</c:v>
                </c:pt>
                <c:pt idx="239">
                  <c:v>-0.766690644664577</c:v>
                </c:pt>
                <c:pt idx="240">
                  <c:v>-0.76169175772883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220.0"/>
          <c:min val="100.0"/>
        </c:scaling>
        <c:delete val="0"/>
        <c:axPos val="b"/>
        <c:numFmt formatCode="General" sourceLinked="1"/>
        <c:majorTickMark val="out"/>
        <c:minorTickMark val="none"/>
        <c:tickLblPos val="low"/>
        <c:txPr>
          <a:bodyPr/>
          <a:lstStyle/>
          <a:p>
            <a:pPr>
              <a:defRPr sz="1200">
                <a:latin typeface="Noto Sans CJK SC"/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0.0"/>
          <c:min val="-35.0"/>
        </c:scaling>
        <c:delete val="0"/>
        <c:axPos val="l"/>
        <c:majorGridlines>
          <c:spPr>
            <a:ln w="6350">
              <a:solidFill>
                <a:srgbClr val="D7E1E8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Noto Sans CJK SC"/>
              </a:defRPr>
            </a:pPr>
          </a:p>
        </c:txPr>
        <c:crossAx val="-2128940872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原高频低谷分支</c:v>
                </c:pt>
              </c:strCache>
            </c:strRef>
          </c:tx>
          <c:spPr>
            <a:ln>
              <a:solidFill>
                <a:srgbClr val="204D78"/>
              </a:solidFill>
            </a:ln>
          </c:spPr>
          <c:marker>
            <c:size val="7"/>
          </c:marker>
          <c:xVal>
            <c:numRef>
              <c:f>Sheet1!$A$2:$A$8</c:f>
              <c:numCache>
                <c:formatCode>General</c:formatCode>
                <c:ptCount val="7"/>
                <c:pt idx="0">
                  <c:v>220.0</c:v>
                </c:pt>
                <c:pt idx="1">
                  <c:v>240.0</c:v>
                </c:pt>
                <c:pt idx="2">
                  <c:v>260.0</c:v>
                </c:pt>
                <c:pt idx="3">
                  <c:v>280.0</c:v>
                </c:pt>
                <c:pt idx="4">
                  <c:v>300.0</c:v>
                </c:pt>
                <c:pt idx="5">
                  <c:v>320.0</c:v>
                </c:pt>
                <c:pt idx="6">
                  <c:v>340.0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170.0</c:v>
                </c:pt>
                <c:pt idx="1">
                  <c:v>166.0</c:v>
                </c:pt>
                <c:pt idx="2">
                  <c:v>162.0</c:v>
                </c:pt>
                <c:pt idx="3">
                  <c:v>157.5</c:v>
                </c:pt>
                <c:pt idx="4">
                  <c:v>153.0</c:v>
                </c:pt>
                <c:pt idx="5">
                  <c:v>149.0</c:v>
                </c:pt>
                <c:pt idx="6">
                  <c:v>144.5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Sheet1!$B$10</c:f>
              <c:strCache>
                <c:ptCount val="1"/>
                <c:pt idx="0">
                  <c:v>约130 GHz低谷分支</c:v>
                </c:pt>
              </c:strCache>
            </c:strRef>
          </c:tx>
          <c:spPr>
            <a:ln>
              <a:solidFill>
                <a:srgbClr val="9B456E"/>
              </a:solidFill>
            </a:ln>
          </c:spPr>
          <c:marker>
            <c:size val="7"/>
          </c:marker>
          <c:xVal>
            <c:numRef>
              <c:f>Sheet1!$A$11:$A$17</c:f>
              <c:numCache>
                <c:formatCode>General</c:formatCode>
                <c:ptCount val="7"/>
                <c:pt idx="0">
                  <c:v>220.0</c:v>
                </c:pt>
                <c:pt idx="1">
                  <c:v>240.0</c:v>
                </c:pt>
                <c:pt idx="2">
                  <c:v>260.0</c:v>
                </c:pt>
                <c:pt idx="3">
                  <c:v>280.0</c:v>
                </c:pt>
                <c:pt idx="4">
                  <c:v>300.0</c:v>
                </c:pt>
                <c:pt idx="5">
                  <c:v>320.0</c:v>
                </c:pt>
                <c:pt idx="6">
                  <c:v>340.0</c:v>
                </c:pt>
              </c:numCache>
            </c:numRef>
          </c:xVal>
          <c:yVal>
            <c:numRef>
              <c:f>Sheet1!$B$11:$B$17</c:f>
              <c:numCache>
                <c:formatCode>General</c:formatCode>
                <c:ptCount val="7"/>
                <c:pt idx="0">
                  <c:v>130.0</c:v>
                </c:pt>
                <c:pt idx="1">
                  <c:v>130.5</c:v>
                </c:pt>
                <c:pt idx="2">
                  <c:v>130.0</c:v>
                </c:pt>
                <c:pt idx="3">
                  <c:v>130.0</c:v>
                </c:pt>
                <c:pt idx="4">
                  <c:v>130.0</c:v>
                </c:pt>
                <c:pt idx="5">
                  <c:v>129.5</c:v>
                </c:pt>
                <c:pt idx="6">
                  <c:v>129.5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340.0"/>
          <c:min val="220.0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180.0"/>
          <c:min val="120.0"/>
        </c:scaling>
        <c:delete val="0"/>
        <c:axPos val="l"/>
        <c:majorGridlines>
          <c:spPr>
            <a:ln w="6350">
              <a:solidFill>
                <a:srgbClr val="D7E1E8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28940872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本讲义面向 HFSS 初学者。论文为 arXiv:2603.03554v3。原矩形地模型在用户本机建立并完成过求解；新版有限 GSG 版图只做了云端二维几何检查，尚未执行 HFSS。槽长扫描数据属于旧模型，不能挪作新版或论文的结果。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不要把结构看起来相似、设计检查通过或一个反射低谷接近130 GHz等同于复现。后续所有曲线页均标注来自旧模型的用户CSV。</a:t>
            </a:r>
          </a:p>
          <a:p/>
          <a:p>
            <a:r>
              <a:t>依据：用户提供论文 arXiv:2603.03554v3；解释见备注。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讲解时按页面逻辑展开，区分原文陈述、理论解释和当前模型假设。</a:t>
            </a:r>
          </a:p>
          <a:p/>
          <a:p>
            <a:r>
              <a:t>依据：用户提供论文 arXiv:2603.03554v3；解释见备注。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图中的小插图是独立放大的场示意，不与大图使用同一尺寸比例。读取500 μm标尺只能约束大图宏观尺寸。</a:t>
            </a:r>
          </a:p>
          <a:p/>
          <a:p>
            <a:r>
              <a:t>来源：论文图1a，原图裁切；不是本次仿真场图。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正文用双源差频产生IF，IF等于两源频率差。43GHz受测量链路限制，不是入射天线的中心频率，也不能从100–220GHz的S11直接推出。</a:t>
            </a:r>
          </a:p>
          <a:p/>
          <a:p>
            <a:r>
              <a:t>依据：用户提供论文 arXiv:2603.03554v3；解释见备注。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波长由c/f计算。场增强不是自动等同于吸收率提升；还需材料复电导和实际体积/面积。</a:t>
            </a:r>
          </a:p>
          <a:p/>
          <a:p>
            <a:r>
              <a:t>依据：用户提供论文 arXiv:2603.03554v3；解释见备注。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讲解时按页面逻辑展开，区分原文陈述、理论解释和当前模型假设。</a:t>
            </a:r>
          </a:p>
          <a:p/>
          <a:p>
            <a:r>
              <a:t>依据：用户提供论文 arXiv:2603.03554v3；解释见备注。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本文参考[20]为Filipovic等1993年MTT文章，[21]为Zhang等2011年TST文章。本PPT未独立核查这两篇全文，不把它们当作当前几何精确尺寸来源。</a:t>
            </a:r>
          </a:p>
          <a:p/>
          <a:p>
            <a:r>
              <a:t>依据：论文第2–4页；文献[20]、[21]为本文引用的双槽天线依据。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用天线的Thevenin等效解释功率传输。在实数负载近似下，天线端口阻抗接近1000+j0Ω有利于向1kΩ负载传能。真实石墨烯若含电抗，应使用共轭匹配。</a:t>
            </a:r>
          </a:p>
          <a:p/>
          <a:p>
            <a:r>
              <a:t>依据：用户提供论文 arXiv:2603.03554v3；解释见备注。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公式适用于均匀无损线、指定负载、给定传播常数。天线槽、渐变、有限地与多段扼流不等于一段理想传输线。不能用自由空间λ直接确定实际尺寸，也不能把图片估计62.5μm的距离认定为已实现作者λ/4条件。</a:t>
            </a:r>
          </a:p>
          <a:p/>
          <a:p>
            <a:r>
              <a:t>依据：用户提供论文 arXiv:2603.03554v3；解释见备注。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讲解时按页面逻辑展开，区分原文陈述、理论解释和当前模型假设。</a:t>
            </a:r>
          </a:p>
          <a:p/>
          <a:p>
            <a:r>
              <a:t>图：本次重建的结构预览，图片估计尺寸；不是作者版图或求解结果。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作者强调双功能射频线路。讲解时不要把低通滤波器简化成“所有低于130GHz都通过”。应建立实际终端下的传输响应，关注通带、阻带与寄生谐振。</a:t>
            </a:r>
          </a:p>
          <a:p/>
          <a:p>
            <a:r>
              <a:t>依据：用户提供论文 arXiv:2603.03554v3；解释见备注。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该页图像为论文原图，不是当前HFSS结果。正文认为另一接触的反向PTE因较弱吸收而减小，不能把“单侧齿形”仅解释成整流二极管。</a:t>
            </a:r>
          </a:p>
          <a:p/>
          <a:p>
            <a:r>
              <a:t>来源：论文图1及正文；作者引用文献[19]支持结构化接触的先前工作。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以一般热电形式解释论文Methods的连续性方程。q_abs来自材料吸收，不是任意采用峰值|E|²；片层和体材料的定义需一致。参数S、热导、热容、能量弛豫时间与界面条件必须有来源。</a:t>
            </a:r>
          </a:p>
          <a:p/>
          <a:p>
            <a:r>
              <a:t>依据：用户提供论文 arXiv:2603.03554v3；解释见备注。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讲解时按页面逻辑展开，区分原文陈述、理论解释和当前模型假设。</a:t>
            </a:r>
          </a:p>
          <a:p/>
          <a:p>
            <a:r>
              <a:t>依据：用户提供论文 arXiv:2603.03554v3；解释见备注。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不要把硅半空间、有限硅片和实体透镜当作完全等价。它们对驻波、辐射和端口阻抗的影响需要分别研究。</a:t>
            </a:r>
          </a:p>
          <a:p/>
          <a:p>
            <a:r>
              <a:t>依据：用户提供论文 arXiv:2603.03554v3；解释见备注。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讲解时按页面逻辑展开，区分原文陈述、理论解释和当前模型假设。</a:t>
            </a:r>
          </a:p>
          <a:p/>
          <a:p>
            <a:r>
              <a:t>依据：用户提供论文 arXiv:2603.03554v3；解释见备注。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讲解时按页面逻辑展开，区分原文陈述、理论解释和当前模型假设。</a:t>
            </a:r>
          </a:p>
          <a:p/>
          <a:p>
            <a:r>
              <a:t>依据：用户提供论文 arXiv:2603.03554v3；解释见备注。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讲解时按页面逻辑展开，区分原文陈述、理论解释和当前模型假设。</a:t>
            </a:r>
          </a:p>
          <a:p/>
          <a:p>
            <a:r>
              <a:t>依据：用户提供论文 arXiv:2603.03554v3；解释见备注。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新版z坐标为金属/端口0，氧化层[-0.3,0]μm，硅顶面-0.3μm。空气1000μm、硅深1000μm是计算域假设，不是原文给出的硅厚度。矩形金属尺寸单位均为μm，80nm=0.08μm。</a:t>
            </a:r>
          </a:p>
          <a:p/>
          <a:p>
            <a:r>
              <a:t>依据：用户提供论文 arXiv:2603.03554v3；解释见备注。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讲解时按页面逻辑展开，区分原文陈述、理论解释和当前模型假设。</a:t>
            </a:r>
          </a:p>
          <a:p/>
          <a:p>
            <a:r>
              <a:t>依据：用户提供论文 arXiv:2603.03554v3；解释见备注。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趋肤深度δ=sqrt(2/(ωμσ))。218nm是采用体金电导、非磁性近似的理论估算，不是薄膜实测值。薄膜电导可能低于体材料。边界模型需核查适用条件，不能为贴合曲线任意调损耗。</a:t>
            </a:r>
          </a:p>
          <a:p/>
          <a:p>
            <a:r>
              <a:t>依据：用户提供论文 arXiv:2603.03554v3；解释见备注。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旧两域模型外表面10面；新版空气/氧化层/硅三域外表面14面。面数是此特定几何的检查值，不是所有天线模型的规则。辐射边界不是完全无反射，尤其在介质侧、斜入射和近场区需要检验。</a:t>
            </a:r>
          </a:p>
          <a:p/>
          <a:p>
            <a:r>
              <a:t>依据：用户提供论文 arXiv:2603.03554v3；解释见备注。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方案A的激励代表从石墨烯位置向天线送能以提取天线阻抗；源参考阻抗不等于计算石墨烯实际吸收。方案B是另一端激励下的带电阻网络，其S11不是方案A的同一量。原作者图注不足以唯一判定其全部设置。</a:t>
            </a:r>
          </a:p>
          <a:p/>
          <a:p>
            <a:r>
              <a:t>依据：用户提供论文 arXiv:2603.03554v3；解释见备注。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讲解时按页面逻辑展开，区分原文陈述、理论解释和当前模型假设。</a:t>
            </a:r>
          </a:p>
          <a:p/>
          <a:p>
            <a:r>
              <a:t>依据：用户提供论文 arXiv:2603.03554v3；解释见备注。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讲解时按页面逻辑展开，区分原文陈述、理论解释和当前模型假设。</a:t>
            </a:r>
          </a:p>
          <a:p/>
          <a:p>
            <a:r>
              <a:t>依据：用户提供论文 arXiv:2603.03554v3；解释见备注。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讲解时按页面逻辑展开，区分原文陈述、理论解释和当前模型假设。</a:t>
            </a:r>
          </a:p>
          <a:p/>
          <a:p>
            <a:r>
              <a:t>依据：用户提供论文 arXiv:2603.03554v3；解释见备注。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讲解时按页面逻辑展开，区分原文陈述、理论解释和当前模型假设。</a:t>
            </a:r>
          </a:p>
          <a:p/>
          <a:p>
            <a:r>
              <a:t>来源：本会话用户上传的HFSS收敛截图；数值为截图读数，不是求解日志解析。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CSV中260μm曲线最小值-15.83dB与此前截图约-16.2dB不完全相同，可能与求解/插值/模型状态有关。不能把两者说成同一原始运行精确复算。应保留各次工程与日志。</a:t>
            </a:r>
          </a:p>
          <a:p/>
          <a:p>
            <a:r>
              <a:t>依据：用户提供论文 arXiv:2603.03554v3；解释见备注。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讲解时按页面逻辑展开，区分原文陈述、理论解释和当前模型假设。</a:t>
            </a:r>
          </a:p>
          <a:p/>
          <a:p>
            <a:r>
              <a:t>依据：用户提供论文 arXiv:2603.03554v3；解释见备注。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讲解时按页面逻辑展开，区分原文陈述、理论解释和当前模型假设。</a:t>
            </a:r>
          </a:p>
          <a:p/>
          <a:p>
            <a:r>
              <a:t>来源：用户 s11 SLOT.csv；旧矩形地模型；7组×241点，100–220 GHz。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讲解时按页面逻辑展开，区分原文陈述、理论解释和当前模型假设。</a:t>
            </a:r>
          </a:p>
          <a:p/>
          <a:p>
            <a:r>
              <a:t>来源：s11 SLOT.csv；高频分支按140–200 GHz局部低谷跟踪，并非已证明的模式身份。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在340μm时，129.5GHz处-6.7857dB比144.5GHz处-6.6933dB略深。若只记录argmin会产生从149到129.5GHz的假跳变，不代表同一模式连续移动到130GHz。</a:t>
            </a:r>
          </a:p>
          <a:p/>
          <a:p>
            <a:r>
              <a:t>来源：s11 SLOT.csv；各频率为0.5 GHz导出网格上的局部最低采样点。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讲解时按页面逻辑展开，区分原文陈述、理论解释和当前模型假设。</a:t>
            </a:r>
          </a:p>
          <a:p/>
          <a:p>
            <a:r>
              <a:t>依据：用户提供论文 arXiv:2603.03554v3；解释见备注。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旧CSV仅用于说明旧模型对槽长敏感，不能把其最优槽长直接迁移到新有限地模型。每次改变终端或材料需要重新建立基准。重点同时比较ReZ、ImZ、S11和模式分布。</a:t>
            </a:r>
          </a:p>
          <a:p/>
          <a:p>
            <a:r>
              <a:t>依据：用户提供论文 arXiv:2603.03554v3；解释见备注。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论文响应率采用入射功率归一化。若模拟只用石墨烯吸收功率作分母，得到的是另一种内响应率，不能与图2b直接比较。NEP还需要噪声模型与测量带宽信息。</a:t>
            </a:r>
          </a:p>
          <a:p/>
          <a:p>
            <a:r>
              <a:t>依据：用户提供论文 arXiv:2603.03554v3；解释见备注。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讲解时按页面逻辑展开，区分原文陈述、理论解释和当前模型假设。</a:t>
            </a:r>
          </a:p>
          <a:p/>
          <a:p>
            <a:r>
              <a:t>依据：论文图3、第5页讨论、Methods；文献[25]为作者引用的RC依据。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讲解时按页面逻辑展开，区分原文陈述、理论解释和当前模型假设。</a:t>
            </a:r>
          </a:p>
          <a:p/>
          <a:p>
            <a:r>
              <a:t>依据：用户提供论文 arXiv:2603.03554v3；解释见备注。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讲解时按页面逻辑展开，区分原文陈述、理论解释和当前模型假设。</a:t>
            </a:r>
          </a:p>
          <a:p/>
          <a:p>
            <a:r>
              <a:t>依据：用户提供论文 arXiv:2603.03554v3；解释见备注。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本PPT直接阅读来源是用户上传主文PDF与用户CSV。下列[19][20][21][25]的书目信息和引用目的由主文确认，未声称已阅读其全文。原文数据可按Data Availability从补充信息或通讯作者获取，本任务未取得CAD、补充尺寸或端口定义。</a:t>
            </a:r>
          </a:p>
          <a:p/>
          <a:p>
            <a:r>
              <a:t>依据：用户提供论文 arXiv:2603.03554v3；解释见备注。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讲解时按页面逻辑展开，区分原文陈述、理论解释和当前模型假设。</a:t>
            </a:r>
          </a:p>
          <a:p/>
          <a:p>
            <a:r>
              <a:t>依据：用户提供论文 arXiv:2603.03554v3；解释见备注。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讲解时按页面逻辑展开，区分原文陈述、理论解释和当前模型假设。</a:t>
            </a:r>
          </a:p>
          <a:p/>
          <a:p>
            <a:r>
              <a:t>依据：用户提供论文 arXiv:2603.03554v3；解释见备注。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chart" Target="../charts/char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chart" Target="../charts/char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8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10058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8B545"/>
                </a:solidFill>
                <a:latin typeface="Noto Sans CJK SC"/>
              </a:defRPr>
            </a:pPr>
            <a:r>
              <a:t>论文解读 × HFSS 2021 R1 × 仿真验证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80160"/>
            <a:ext cx="10789920" cy="1554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588"/>
              </a:lnSpc>
              <a:spcBef>
                <a:spcPts val="0"/>
              </a:spcBef>
              <a:spcAft>
                <a:spcPts val="0"/>
              </a:spcAft>
              <a:defRPr sz="3700" b="1">
                <a:solidFill>
                  <a:srgbClr val="FFFFFF"/>
                </a:solidFill>
                <a:latin typeface="Noto Sans CJK SC"/>
              </a:defRPr>
            </a:pPr>
            <a:r>
              <a:t>石墨烯零偏压太赫兹探测器</a:t>
            </a:r>
          </a:p>
          <a:p>
            <a:pPr>
              <a:lnSpc>
                <a:spcPts val="4588"/>
              </a:lnSpc>
              <a:spcBef>
                <a:spcPts val="0"/>
              </a:spcBef>
              <a:spcAft>
                <a:spcPts val="0"/>
              </a:spcAft>
              <a:defRPr sz="3700" b="1">
                <a:solidFill>
                  <a:srgbClr val="FFFFFF"/>
                </a:solidFill>
                <a:latin typeface="Noto Sans CJK SC"/>
              </a:defRPr>
            </a:pPr>
            <a:r>
              <a:t>结构设计与仿真思路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154680"/>
            <a:ext cx="1088136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52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C7DCE4"/>
                </a:solidFill>
                <a:latin typeface="Noto Sans CJK SC"/>
              </a:defRPr>
            </a:pPr>
            <a:r>
              <a:t>从双槽天线、阻抗匹配与齿形接触，</a:t>
            </a:r>
          </a:p>
          <a:p>
            <a:pPr>
              <a:lnSpc>
                <a:spcPts val="2852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C7DCE4"/>
                </a:solidFill>
                <a:latin typeface="Noto Sans CJK SC"/>
              </a:defRPr>
            </a:pPr>
            <a:r>
              <a:t>到可追溯的建模、扫参与论文数据核对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800600"/>
            <a:ext cx="1078992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C7DCE4"/>
                </a:solidFill>
                <a:latin typeface="Noto Sans CJK SC"/>
              </a:defRPr>
            </a:pPr>
            <a:r>
              <a:t>基于用户提供论文与 s11 SLOT.csv</a:t>
            </a:r>
          </a:p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C7DCE4"/>
                </a:solidFill>
                <a:latin typeface="Noto Sans CJK SC"/>
              </a:defRPr>
            </a:pPr>
            <a:r>
              <a:t>包含已跑通基线、旧模型局限与新版结构核对流程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17920"/>
            <a:ext cx="10789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8B545"/>
                </a:solidFill>
                <a:latin typeface="Noto Sans CJK SC"/>
              </a:defRPr>
            </a:pPr>
            <a:r>
              <a:t>范围声明：不是“论文数据已复现”的结题报告。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10058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87F8C"/>
                </a:solidFill>
                <a:latin typeface="Noto Sans CJK SC"/>
              </a:defRPr>
            </a:pPr>
            <a:r>
              <a:t>阅读约定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48640"/>
            <a:ext cx="112471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3248"/>
                </a:solidFill>
                <a:latin typeface="Noto Sans CJK SC"/>
              </a:defRPr>
            </a:pPr>
            <a:r>
              <a:t>先分清：论文事实、模型假设、用户结果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63624"/>
            <a:ext cx="11247120" cy="12801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01384"/>
            <a:ext cx="10698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67080"/>
                </a:solidFill>
                <a:latin typeface="Noto Sans CJK SC"/>
              </a:defRPr>
            </a:pPr>
            <a:r>
              <a:t>依据：用户提供论文 arXiv:2603.03554v3；解释见备注。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64808"/>
            <a:ext cx="5943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67080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10512"/>
            <a:ext cx="3535680" cy="3785615"/>
          </a:xfrm>
          <a:prstGeom prst="roundRect">
            <a:avLst/>
          </a:prstGeom>
          <a:solidFill>
            <a:srgbClr val="FFFFFF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31699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原文明确给出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16352"/>
            <a:ext cx="3169920" cy="2560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双槽与扼流拓扑；约1 kΩ石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墨烯；300 nm SiO₂；Cr/Au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厚度；图2d为计算结果。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2920" y="1810512"/>
            <a:ext cx="3535680" cy="3785615"/>
          </a:xfrm>
          <a:prstGeom prst="roundRect">
            <a:avLst/>
          </a:prstGeom>
          <a:solidFill>
            <a:srgbClr val="FFFFFF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5800" y="2011680"/>
            <a:ext cx="31699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当前模型假设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5800" y="2816352"/>
            <a:ext cx="3169920" cy="2560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多数尺寸来自图片；端口参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考1000 Ω；PEC；开放端读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出线；衬底与透镜仍有简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化。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7200" y="1810512"/>
            <a:ext cx="3535680" cy="3785615"/>
          </a:xfrm>
          <a:prstGeom prst="roundRect">
            <a:avLst/>
          </a:prstGeom>
          <a:solidFill>
            <a:srgbClr val="FFFFFF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0080" y="2011680"/>
            <a:ext cx="31699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已有计算证据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0080" y="2816352"/>
            <a:ext cx="3169920" cy="2560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旧矩形地模型在用户HFSS中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跑通；已有7组槽长CSV；新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版有限GSG结构尚未求解。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879592"/>
            <a:ext cx="11109960" cy="438912"/>
          </a:xfrm>
          <a:prstGeom prst="rect">
            <a:avLst/>
          </a:prstGeom>
          <a:solidFill>
            <a:srgbClr val="E5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5943600"/>
            <a:ext cx="1078992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87F8C"/>
                </a:solidFill>
                <a:latin typeface="Noto Sans CJK SC"/>
              </a:defRPr>
            </a:pPr>
            <a:r>
              <a:t>本PPT的目标：解释“为何这样建模”和“如何判断结果可信”。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10058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87F8C"/>
                </a:solidFill>
                <a:latin typeface="Noto Sans CJK SC"/>
              </a:defRPr>
            </a:pPr>
            <a:r>
              <a:t>整体框架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48640"/>
            <a:ext cx="112471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3248"/>
                </a:solidFill>
                <a:latin typeface="Noto Sans CJK SC"/>
              </a:defRPr>
            </a:pPr>
            <a:r>
              <a:t>整项工作分三层，每层回答不同问题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63624"/>
            <a:ext cx="11247120" cy="12801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01384"/>
            <a:ext cx="10698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67080"/>
                </a:solidFill>
                <a:latin typeface="Noto Sans CJK SC"/>
              </a:defRPr>
            </a:pPr>
            <a:r>
              <a:t>依据：用户提供论文 arXiv:2603.03554v3；解释见备注。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64808"/>
            <a:ext cx="5943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67080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33528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395728"/>
            <a:ext cx="306019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87F8C"/>
                </a:solidFill>
                <a:latin typeface="Noto Sans CJK SC"/>
              </a:defRPr>
            </a:pPr>
            <a:r>
              <a:t>电磁层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337560"/>
            <a:ext cx="3060192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天线接收、馈点阻抗、辐射与</a:t>
            </a:r>
          </a:p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材料损耗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0312" y="3127248"/>
            <a:ext cx="274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87F8C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2920" y="2194560"/>
            <a:ext cx="33528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9224" y="2395728"/>
            <a:ext cx="306019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87F8C"/>
                </a:solidFill>
                <a:latin typeface="Noto Sans CJK SC"/>
              </a:defRPr>
            </a:pPr>
            <a:r>
              <a:t>热电层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9224" y="3337560"/>
            <a:ext cx="3060192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石墨烯吸收、电子温升与光热</a:t>
            </a:r>
          </a:p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电压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3151" y="3127248"/>
            <a:ext cx="274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87F8C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85759" y="2194560"/>
            <a:ext cx="33528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2063" y="2395728"/>
            <a:ext cx="306019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87F8C"/>
                </a:solidFill>
                <a:latin typeface="Noto Sans CJK SC"/>
              </a:defRPr>
            </a:pPr>
            <a:r>
              <a:t>高速读出层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2063" y="3337560"/>
            <a:ext cx="3060192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RC、传输线、封装与差频输</a:t>
            </a:r>
          </a:p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879592"/>
            <a:ext cx="11109960" cy="438912"/>
          </a:xfrm>
          <a:prstGeom prst="rect">
            <a:avLst/>
          </a:prstGeom>
          <a:solidFill>
            <a:srgbClr val="E5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5943600"/>
            <a:ext cx="1078992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87F8C"/>
                </a:solidFill>
                <a:latin typeface="Noto Sans CJK SC"/>
              </a:defRPr>
            </a:pPr>
            <a:r>
              <a:t>图2d主要属于电磁层；仅靠HFSS端口S11不能验证完整探测性能。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10058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87F8C"/>
                </a:solidFill>
                <a:latin typeface="Noto Sans CJK SC"/>
              </a:defRPr>
            </a:pPr>
            <a:r>
              <a:t>结构原理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48640"/>
            <a:ext cx="112471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3248"/>
                </a:solidFill>
                <a:latin typeface="Noto Sans CJK SC"/>
              </a:defRPr>
            </a:pPr>
            <a:r>
              <a:t>把原图拆成五个功能区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63624"/>
            <a:ext cx="11247120" cy="12801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01384"/>
            <a:ext cx="10698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67080"/>
                </a:solidFill>
                <a:latin typeface="Noto Sans CJK SC"/>
              </a:defRPr>
            </a:pPr>
            <a:r>
              <a:t>来源：论文图1a，原图裁切；不是本次仿真场图。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64808"/>
            <a:ext cx="5943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67080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736092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ntenna-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0517" y="1874519"/>
            <a:ext cx="4945724" cy="3703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92440" y="1938528"/>
            <a:ext cx="274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87F8C"/>
                </a:solidFill>
                <a:latin typeface="Noto Sans CJK SC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03336" y="1938528"/>
            <a:ext cx="3118104" cy="10698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左：G–S–G焊盘与共面读出</a:t>
            </a:r>
          </a:p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线。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118104"/>
            <a:ext cx="274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87F8C"/>
                </a:solidFill>
                <a:latin typeface="Noto Sans CJK SC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03336" y="3118104"/>
            <a:ext cx="3118104" cy="10698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中：交替宽窄段，形成扼流网</a:t>
            </a:r>
          </a:p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络。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4297680"/>
            <a:ext cx="274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87F8C"/>
                </a:solidFill>
                <a:latin typeface="Noto Sans CJK SC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3336" y="4297680"/>
            <a:ext cx="3118104" cy="10698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右：双槽、局部接触与石墨烯</a:t>
            </a:r>
          </a:p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敏感区。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10058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87F8C"/>
                </a:solidFill>
                <a:latin typeface="Noto Sans CJK SC"/>
              </a:defRPr>
            </a:pPr>
            <a:r>
              <a:t>频率概念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48640"/>
            <a:ext cx="112471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3248"/>
                </a:solidFill>
                <a:latin typeface="Noto Sans CJK SC"/>
              </a:defRPr>
            </a:pPr>
            <a:r>
              <a:t>130 GHz 与“超过43 GHz”不是同一带宽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63624"/>
            <a:ext cx="11247120" cy="12801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01384"/>
            <a:ext cx="10698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67080"/>
                </a:solidFill>
                <a:latin typeface="Noto Sans CJK SC"/>
              </a:defRPr>
            </a:pPr>
            <a:r>
              <a:t>依据：用户提供论文 arXiv:2603.03554v3；解释见备注。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64808"/>
            <a:ext cx="5943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67080"/>
                </a:solidFill>
                <a:latin typeface="Noto Sans CJK SC"/>
              </a:defRPr>
            </a:pPr>
            <a: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828800"/>
            <a:ext cx="2286000" cy="749808"/>
          </a:xfrm>
          <a:prstGeom prst="rect">
            <a:avLst/>
          </a:prstGeom>
          <a:solidFill>
            <a:srgbClr val="18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1920240"/>
            <a:ext cx="2066543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频率尺度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52928" y="1828800"/>
            <a:ext cx="3931920" cy="749808"/>
          </a:xfrm>
          <a:prstGeom prst="rect">
            <a:avLst/>
          </a:prstGeom>
          <a:solidFill>
            <a:srgbClr val="18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62656" y="1920240"/>
            <a:ext cx="3712463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在文中的含义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84848" y="1828800"/>
            <a:ext cx="4828032" cy="749808"/>
          </a:xfrm>
          <a:prstGeom prst="rect">
            <a:avLst/>
          </a:prstGeom>
          <a:solidFill>
            <a:srgbClr val="18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94576" y="1920240"/>
            <a:ext cx="4608576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对应的仿真/测量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578608"/>
            <a:ext cx="228600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670048"/>
            <a:ext cx="2066543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约130 GHz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52928" y="2578608"/>
            <a:ext cx="39319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62656" y="2670048"/>
            <a:ext cx="3712463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太赫兹载频、参考照射频率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84848" y="2578608"/>
            <a:ext cx="4828032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94576" y="2670048"/>
            <a:ext cx="4608576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天线、局部场和吸收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328415"/>
            <a:ext cx="2286000" cy="749808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3419856"/>
            <a:ext cx="2066543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100–220 GHz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52928" y="3328415"/>
            <a:ext cx="3931920" cy="749808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62656" y="3419856"/>
            <a:ext cx="3712463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图2d显示的载频扫描范围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84848" y="3328415"/>
            <a:ext cx="4828032" cy="749808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94576" y="3419856"/>
            <a:ext cx="4608576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Zin与S11的频谱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078224"/>
            <a:ext cx="228600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169663"/>
            <a:ext cx="2066543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IF = |f₁ − f₂|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52928" y="4078224"/>
            <a:ext cx="39319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62656" y="4169663"/>
            <a:ext cx="3712463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双源混频产生的电学输出频率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84848" y="4078224"/>
            <a:ext cx="4828032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94576" y="4169663"/>
            <a:ext cx="4608576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光电响应与读出链路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828031"/>
            <a:ext cx="2286000" cy="749808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" y="4919471"/>
            <a:ext cx="2066543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&gt;43 GHz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52928" y="4828031"/>
            <a:ext cx="3931920" cy="749808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62656" y="4919471"/>
            <a:ext cx="3712463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论文测得的电学调制/差频带宽下限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84848" y="4828031"/>
            <a:ext cx="4828032" cy="749808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94576" y="4919471"/>
            <a:ext cx="4608576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整机高速测量，受仪器限制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10058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87F8C"/>
                </a:solidFill>
                <a:latin typeface="Noto Sans CJK SC"/>
              </a:defRPr>
            </a:pPr>
            <a:r>
              <a:t>结构原理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48640"/>
            <a:ext cx="112471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3248"/>
                </a:solidFill>
                <a:latin typeface="Noto Sans CJK SC"/>
              </a:defRPr>
            </a:pPr>
            <a:r>
              <a:t>为什么微小石墨烯需要天线？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63624"/>
            <a:ext cx="11247120" cy="12801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01384"/>
            <a:ext cx="10698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67080"/>
                </a:solidFill>
                <a:latin typeface="Noto Sans CJK SC"/>
              </a:defRPr>
            </a:pPr>
            <a:r>
              <a:t>依据：用户提供论文 arXiv:2603.03554v3；解释见备注。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64808"/>
            <a:ext cx="5943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67080"/>
                </a:solidFill>
                <a:latin typeface="Noto Sans CJK SC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10512"/>
            <a:ext cx="3535680" cy="3785615"/>
          </a:xfrm>
          <a:prstGeom prst="roundRect">
            <a:avLst/>
          </a:prstGeom>
          <a:solidFill>
            <a:srgbClr val="FFFFFF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31699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尺度不匹配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16352"/>
            <a:ext cx="3169920" cy="2560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130 GHz自由空间波长约2.31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mm，而石墨烯敏感区为微米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量级。直接接收自由空间辐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射效率受限。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2920" y="1810512"/>
            <a:ext cx="3535680" cy="3785615"/>
          </a:xfrm>
          <a:prstGeom prst="roundRect">
            <a:avLst/>
          </a:prstGeom>
          <a:solidFill>
            <a:srgbClr val="FFFFFF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5800" y="2011680"/>
            <a:ext cx="31699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把能量送到局部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5800" y="2816352"/>
            <a:ext cx="3169920" cy="2560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金属开口与馈电结构产生局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部增强，使辐射与敏感区域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耦合。增强场必须出现在有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效吸收区域。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7200" y="1810512"/>
            <a:ext cx="3535680" cy="3785615"/>
          </a:xfrm>
          <a:prstGeom prst="roundRect">
            <a:avLst/>
          </a:prstGeom>
          <a:solidFill>
            <a:srgbClr val="FFFFFF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0080" y="2011680"/>
            <a:ext cx="31699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不能只看最大场值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0080" y="2816352"/>
            <a:ext cx="3169920" cy="2560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尖角的数值峰值可能依赖网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格。应比较区域积分吸收、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实际馈点功率及收敛后的场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分布。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10058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87F8C"/>
                </a:solidFill>
                <a:latin typeface="Noto Sans CJK SC"/>
              </a:defRPr>
            </a:pPr>
            <a:r>
              <a:t>结构原理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48640"/>
            <a:ext cx="112471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3248"/>
                </a:solidFill>
                <a:latin typeface="Noto Sans CJK SC"/>
              </a:defRPr>
            </a:pPr>
            <a:r>
              <a:t>能量与信号沿着两条路径传播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63624"/>
            <a:ext cx="11247120" cy="12801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01384"/>
            <a:ext cx="10698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67080"/>
                </a:solidFill>
                <a:latin typeface="Noto Sans CJK SC"/>
              </a:defRPr>
            </a:pPr>
            <a:r>
              <a:t>依据：用户提供论文 arXiv:2603.03554v3；解释见备注。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64808"/>
            <a:ext cx="5943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67080"/>
                </a:solidFill>
                <a:latin typeface="Noto Sans CJK SC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2434589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395728"/>
            <a:ext cx="214198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87F8C"/>
                </a:solidFill>
                <a:latin typeface="Noto Sans CJK SC"/>
              </a:defRPr>
            </a:pPr>
            <a:r>
              <a:t>接收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337560"/>
            <a:ext cx="2141982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自由空间THz</a:t>
            </a:r>
          </a:p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→透镜/衬底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2101" y="3127248"/>
            <a:ext cx="274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87F8C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4709" y="2194560"/>
            <a:ext cx="2434589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1013" y="2395728"/>
            <a:ext cx="214198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87F8C"/>
                </a:solidFill>
                <a:latin typeface="Noto Sans CJK SC"/>
              </a:defRPr>
            </a:pPr>
            <a:r>
              <a:t>耦合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1013" y="3337560"/>
            <a:ext cx="2141982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双槽与馈线</a:t>
            </a:r>
          </a:p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→石墨烯附近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6731" y="3127248"/>
            <a:ext cx="274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87F8C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9340" y="2194560"/>
            <a:ext cx="2434589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5644" y="2395728"/>
            <a:ext cx="214198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87F8C"/>
                </a:solidFill>
                <a:latin typeface="Noto Sans CJK SC"/>
              </a:defRPr>
            </a:pPr>
            <a:r>
              <a:t>转换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5644" y="3337560"/>
            <a:ext cx="2141982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电子加热</a:t>
            </a:r>
          </a:p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→PTE电信号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1361" y="3127248"/>
            <a:ext cx="274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87F8C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03969" y="2194560"/>
            <a:ext cx="2434589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0274" y="2395728"/>
            <a:ext cx="214198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87F8C"/>
                </a:solidFill>
                <a:latin typeface="Noto Sans CJK SC"/>
              </a:defRPr>
            </a:pPr>
            <a:r>
              <a:t>读出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0274" y="3337560"/>
            <a:ext cx="2141982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共面线/PCB</a:t>
            </a:r>
          </a:p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→放大器与仪器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879592"/>
            <a:ext cx="11109960" cy="438912"/>
          </a:xfrm>
          <a:prstGeom prst="rect">
            <a:avLst/>
          </a:prstGeom>
          <a:solidFill>
            <a:srgbClr val="E5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5943600"/>
            <a:ext cx="1078992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87F8C"/>
                </a:solidFill>
                <a:latin typeface="Noto Sans CJK SC"/>
              </a:defRPr>
            </a:pPr>
            <a:r>
              <a:t>需要同时减少太赫兹能量泄漏和读出链路的寄生损失。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10058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87F8C"/>
                </a:solidFill>
                <a:latin typeface="Noto Sans CJK SC"/>
              </a:defRPr>
            </a:pPr>
            <a:r>
              <a:t>结构原理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48640"/>
            <a:ext cx="112471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3248"/>
                </a:solidFill>
                <a:latin typeface="Noto Sans CJK SC"/>
              </a:defRPr>
            </a:pPr>
            <a:r>
              <a:t>双槽：收集辐射，也改变馈点阻抗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63624"/>
            <a:ext cx="11247120" cy="12801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01384"/>
            <a:ext cx="10698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67080"/>
                </a:solidFill>
                <a:latin typeface="Noto Sans CJK SC"/>
              </a:defRPr>
            </a:pPr>
            <a:r>
              <a:t>依据：论文第2–4页；文献[20]、[21]为本文引用的双槽天线依据。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64808"/>
            <a:ext cx="5943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67080"/>
                </a:solidFill>
                <a:latin typeface="Noto Sans CJK SC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10512"/>
            <a:ext cx="3535680" cy="3785615"/>
          </a:xfrm>
          <a:prstGeom prst="roundRect">
            <a:avLst/>
          </a:prstGeom>
          <a:solidFill>
            <a:srgbClr val="FFFFFF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31699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槽内电场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16352"/>
            <a:ext cx="3169920" cy="2560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金属开口两侧形成电势差，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电场集中到槽与馈点附近；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这是作者讨论的高电阻耦合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机制。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2920" y="1810512"/>
            <a:ext cx="3535680" cy="3785615"/>
          </a:xfrm>
          <a:prstGeom prst="roundRect">
            <a:avLst/>
          </a:prstGeom>
          <a:solidFill>
            <a:srgbClr val="FFFFFF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5800" y="2011680"/>
            <a:ext cx="31699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结构与电长度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5800" y="2816352"/>
            <a:ext cx="3169920" cy="2560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正文描述半波长槽，以及探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测器到槽的四分之一波长距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离；实际有效波长取决于传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播模式。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7200" y="1810512"/>
            <a:ext cx="3535680" cy="3785615"/>
          </a:xfrm>
          <a:prstGeom prst="roundRect">
            <a:avLst/>
          </a:prstGeom>
          <a:solidFill>
            <a:srgbClr val="FFFFFF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0080" y="2011680"/>
            <a:ext cx="31699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仿真要验证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0080" y="2816352"/>
            <a:ext cx="3169920" cy="2560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同时看场的位置、表面电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流、馈点阻抗与功率。槽距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和馈线的变化可能引起耦合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模式变化。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10058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87F8C"/>
                </a:solidFill>
                <a:latin typeface="Noto Sans CJK SC"/>
              </a:defRPr>
            </a:pPr>
            <a:r>
              <a:t>阻抗匹配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48640"/>
            <a:ext cx="112471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3248"/>
                </a:solidFill>
                <a:latin typeface="Noto Sans CJK SC"/>
              </a:defRPr>
            </a:pPr>
            <a:r>
              <a:t>匹配对象约为1 kΩ，而不是默认50 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63624"/>
            <a:ext cx="11247120" cy="12801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01384"/>
            <a:ext cx="10698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67080"/>
                </a:solidFill>
                <a:latin typeface="Noto Sans CJK SC"/>
              </a:defRPr>
            </a:pPr>
            <a:r>
              <a:t>依据：用户提供论文 arXiv:2603.03554v3；解释见备注。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64808"/>
            <a:ext cx="5943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67080"/>
                </a:solidFill>
                <a:latin typeface="Noto Sans CJK SC"/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19"/>
            <a:ext cx="1069848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87F8C"/>
                </a:solidFill>
                <a:latin typeface="Noto Sans CJK SC"/>
              </a:defRPr>
            </a:pPr>
            <a:r>
              <a:t>理想功率传输条件：Z天线 ≈ Z负载*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926080"/>
            <a:ext cx="274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926080"/>
            <a:ext cx="10479024" cy="6949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3248"/>
                </a:solidFill>
                <a:latin typeface="Noto Sans CJK SC"/>
              </a:defRPr>
            </a:pPr>
            <a:r>
              <a:t>论文指出石墨烯在电中性点附近约为1 kΩ；普通低阻抗天线与之连接会产生失配。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730752"/>
            <a:ext cx="274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3730752"/>
            <a:ext cx="10479024" cy="6949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3248"/>
                </a:solidFill>
                <a:latin typeface="Noto Sans CJK SC"/>
              </a:defRPr>
            </a:pPr>
            <a:r>
              <a:t>高阻抗天线是作者选择的方向；不是先把石墨烯强行降到50 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535424"/>
            <a:ext cx="274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4535424"/>
            <a:ext cx="10479024" cy="6949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3248"/>
                </a:solidFill>
                <a:latin typeface="Noto Sans CJK SC"/>
              </a:defRPr>
            </a:pPr>
            <a:r>
              <a:t>必须记录端口参考阻抗。以50 Ω和1000 Ω归一化得到的S11，不能直接比较。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879592"/>
            <a:ext cx="11109960" cy="438912"/>
          </a:xfrm>
          <a:prstGeom prst="rect">
            <a:avLst/>
          </a:prstGeom>
          <a:solidFill>
            <a:srgbClr val="E5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5943600"/>
            <a:ext cx="1078992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87F8C"/>
                </a:solidFill>
                <a:latin typeface="Noto Sans CJK SC"/>
              </a:defRPr>
            </a:pPr>
            <a:r>
              <a:t>参考阻抗改变会改变S11；物理结构与终端条件不变时，正确换算的Zin应一致。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10058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87F8C"/>
                </a:solidFill>
                <a:latin typeface="Noto Sans CJK SC"/>
              </a:defRPr>
            </a:pPr>
            <a:r>
              <a:t>传输线依据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48640"/>
            <a:ext cx="112471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3248"/>
                </a:solidFill>
                <a:latin typeface="Noto Sans CJK SC"/>
              </a:defRPr>
            </a:pPr>
            <a:r>
              <a:t>λ/4 变换说明设计方向，但不能代替全波模型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63624"/>
            <a:ext cx="11247120" cy="12801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01384"/>
            <a:ext cx="10698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67080"/>
                </a:solidFill>
                <a:latin typeface="Noto Sans CJK SC"/>
              </a:defRPr>
            </a:pPr>
            <a:r>
              <a:t>依据：用户提供论文 arXiv:2603.03554v3；解释见备注。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64808"/>
            <a:ext cx="5943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67080"/>
                </a:solidFill>
                <a:latin typeface="Noto Sans CJK SC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65376"/>
            <a:ext cx="106984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96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087F8C"/>
                </a:solidFill>
                <a:latin typeface="Noto Sans CJK SC"/>
              </a:defRPr>
            </a:pPr>
            <a:r>
              <a:t>在 βl = π/2 时：Zin = Zt² / ZL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770632"/>
            <a:ext cx="1737360" cy="667512"/>
          </a:xfrm>
          <a:prstGeom prst="rect">
            <a:avLst/>
          </a:prstGeom>
          <a:solidFill>
            <a:srgbClr val="18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2862072"/>
            <a:ext cx="1517904" cy="557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符号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04288" y="2770632"/>
            <a:ext cx="3017520" cy="667512"/>
          </a:xfrm>
          <a:prstGeom prst="rect">
            <a:avLst/>
          </a:prstGeom>
          <a:solidFill>
            <a:srgbClr val="18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14016" y="2862072"/>
            <a:ext cx="2798063" cy="557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含义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21808" y="2770632"/>
            <a:ext cx="6291072" cy="667512"/>
          </a:xfrm>
          <a:prstGeom prst="rect">
            <a:avLst/>
          </a:prstGeom>
          <a:solidFill>
            <a:srgbClr val="18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31536" y="2862072"/>
            <a:ext cx="6071616" cy="557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本器件中的注意点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438144"/>
            <a:ext cx="173736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3529584"/>
            <a:ext cx="1517904" cy="557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Zt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04288" y="3438144"/>
            <a:ext cx="301752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14016" y="3529584"/>
            <a:ext cx="2798063" cy="557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传输线特性阻抗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21808" y="3438144"/>
            <a:ext cx="6291072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31536" y="3529584"/>
            <a:ext cx="6071616" cy="557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由导体宽、缝隙和介质环境决定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105656"/>
            <a:ext cx="1737360" cy="667512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" y="4197096"/>
            <a:ext cx="1517904" cy="557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β、l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04288" y="4105656"/>
            <a:ext cx="3017520" cy="667512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14016" y="4197096"/>
            <a:ext cx="2798063" cy="557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传播常数与长度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21808" y="4105656"/>
            <a:ext cx="6291072" cy="667512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31536" y="4197096"/>
            <a:ext cx="6071616" cy="557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需要相应模式的有效波长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4773168"/>
            <a:ext cx="173736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4864607"/>
            <a:ext cx="1517904" cy="557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ZL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04288" y="4773168"/>
            <a:ext cx="301752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14016" y="4864607"/>
            <a:ext cx="2798063" cy="557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被变换的负载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21808" y="4773168"/>
            <a:ext cx="6291072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31536" y="4864607"/>
            <a:ext cx="6071616" cy="557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实际槽与相邻网络未必是纯电阻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5879592"/>
            <a:ext cx="11109960" cy="438912"/>
          </a:xfrm>
          <a:prstGeom prst="rect">
            <a:avLst/>
          </a:prstGeom>
          <a:solidFill>
            <a:srgbClr val="E5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" y="5943600"/>
            <a:ext cx="1078992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87F8C"/>
                </a:solidFill>
                <a:latin typeface="Noto Sans CJK SC"/>
              </a:defRPr>
            </a:pPr>
            <a:r>
              <a:t>本文给出了电长度思路，但没有给出足以唯一重建模型的全部尺寸。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10058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87F8C"/>
                </a:solidFill>
                <a:latin typeface="Noto Sans CJK SC"/>
              </a:defRPr>
            </a:pPr>
            <a:r>
              <a:t>结构原理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48640"/>
            <a:ext cx="112471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3248"/>
                </a:solidFill>
                <a:latin typeface="Noto Sans CJK SC"/>
              </a:defRPr>
            </a:pPr>
            <a:r>
              <a:t>有限G–S–G轮廓：回流路径也是模型的一部分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63624"/>
            <a:ext cx="11247120" cy="12801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01384"/>
            <a:ext cx="10698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67080"/>
                </a:solidFill>
                <a:latin typeface="Noto Sans CJK SC"/>
              </a:defRPr>
            </a:pPr>
            <a:r>
              <a:t>图：本次重建的结构预览，图片估计尺寸；不是作者版图或求解结果。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64808"/>
            <a:ext cx="5943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67080"/>
                </a:solidFill>
                <a:latin typeface="Noto Sans CJK SC"/>
              </a:defRPr>
            </a:pPr>
            <a: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736092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ayout_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230755"/>
            <a:ext cx="7178040" cy="299084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92440" y="1938528"/>
            <a:ext cx="274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87F8C"/>
                </a:solidFill>
                <a:latin typeface="Noto Sans CJK SC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03336" y="1938528"/>
            <a:ext cx="3118104" cy="10698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展开焊盘便于连接；渐变区过</a:t>
            </a:r>
          </a:p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渡到窄共面线。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118104"/>
            <a:ext cx="274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87F8C"/>
                </a:solidFill>
                <a:latin typeface="Noto Sans CJK SC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03336" y="3118104"/>
            <a:ext cx="3118104" cy="10698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地的边界会影响回流、寄生耦</a:t>
            </a:r>
          </a:p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合和辐射。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4297680"/>
            <a:ext cx="274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87F8C"/>
                </a:solidFill>
                <a:latin typeface="Noto Sans CJK SC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3336" y="4297680"/>
            <a:ext cx="3118104" cy="10698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旋转90°本身不是差异；矩形</a:t>
            </a:r>
          </a:p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地替代真实轮廓才改变结构。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10058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87F8C"/>
                </a:solidFill>
                <a:latin typeface="Noto Sans CJK SC"/>
              </a:defRPr>
            </a:pPr>
            <a:r>
              <a:t>结构原理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48640"/>
            <a:ext cx="112471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3248"/>
                </a:solidFill>
                <a:latin typeface="Noto Sans CJK SC"/>
              </a:defRPr>
            </a:pPr>
            <a:r>
              <a:t>宽窄交替的扼流网络为什么有效？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63624"/>
            <a:ext cx="11247120" cy="12801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01384"/>
            <a:ext cx="10698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67080"/>
                </a:solidFill>
                <a:latin typeface="Noto Sans CJK SC"/>
              </a:defRPr>
            </a:pPr>
            <a:r>
              <a:t>依据：用户提供论文 arXiv:2603.03554v3；解释见备注。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64808"/>
            <a:ext cx="5943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67080"/>
                </a:solidFill>
                <a:latin typeface="Noto Sans CJK SC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10512"/>
            <a:ext cx="3535680" cy="3785615"/>
          </a:xfrm>
          <a:prstGeom prst="roundRect">
            <a:avLst/>
          </a:prstGeom>
          <a:solidFill>
            <a:srgbClr val="FFFFFF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31699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阻抗阶跃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16352"/>
            <a:ext cx="3169920" cy="2560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导体宽度和缝隙改变共面线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特性阻抗；多个交替段共同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构成频率选择网络。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2920" y="1810512"/>
            <a:ext cx="3535680" cy="3785615"/>
          </a:xfrm>
          <a:prstGeom prst="roundRect">
            <a:avLst/>
          </a:prstGeom>
          <a:solidFill>
            <a:srgbClr val="FFFFFF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5800" y="2011680"/>
            <a:ext cx="31699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高频隔离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5800" y="2816352"/>
            <a:ext cx="3169920" cy="2560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目标是在THz载频附近抑制能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量沿读出端泄漏；正文描述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交替λ/4段。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7200" y="1810512"/>
            <a:ext cx="3535680" cy="3785615"/>
          </a:xfrm>
          <a:prstGeom prst="roundRect">
            <a:avLst/>
          </a:prstGeom>
          <a:solidFill>
            <a:srgbClr val="FFFFFF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0080" y="2011680"/>
            <a:ext cx="31699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读出需单独核对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0080" y="2816352"/>
            <a:ext cx="3169920" cy="2560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允许直流通过不等于保证0–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43 GHz无损通过。IF插损、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反射及封装必须另行计算。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10058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87F8C"/>
                </a:solidFill>
                <a:latin typeface="Noto Sans CJK SC"/>
              </a:defRPr>
            </a:pPr>
            <a:r>
              <a:t>结构原理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48640"/>
            <a:ext cx="112471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3248"/>
                </a:solidFill>
                <a:latin typeface="Noto Sans CJK SC"/>
              </a:defRPr>
            </a:pPr>
            <a:r>
              <a:t>齿形接触：让两侧响应不再相互抵消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63624"/>
            <a:ext cx="11247120" cy="12801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01384"/>
            <a:ext cx="10698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67080"/>
                </a:solidFill>
                <a:latin typeface="Noto Sans CJK SC"/>
              </a:defRPr>
            </a:pPr>
            <a:r>
              <a:t>来源：论文图1及正文；作者引用文献[19]支持结构化接触的先前工作。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64808"/>
            <a:ext cx="5943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67080"/>
                </a:solidFill>
                <a:latin typeface="Noto Sans CJK SC"/>
              </a:defRPr>
            </a:pPr>
            <a: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736092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aper_fi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428332"/>
            <a:ext cx="7178040" cy="259569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92440" y="1938528"/>
            <a:ext cx="274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87F8C"/>
                </a:solidFill>
                <a:latin typeface="Noto Sans CJK SC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03336" y="1938528"/>
            <a:ext cx="3118104" cy="10698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一侧接触做成齿形，尖端附近</a:t>
            </a:r>
          </a:p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局部场与吸收增强。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118104"/>
            <a:ext cx="274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87F8C"/>
                </a:solidFill>
                <a:latin typeface="Noto Sans CJK SC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03336" y="3118104"/>
            <a:ext cx="3118104" cy="10698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另一侧接触缺少同样增强，产</a:t>
            </a:r>
          </a:p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生热电响应不对称。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4297680"/>
            <a:ext cx="274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87F8C"/>
                </a:solidFill>
                <a:latin typeface="Noto Sans CJK SC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3336" y="4297680"/>
            <a:ext cx="3118104" cy="10698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几何不对称是零偏压设计关</a:t>
            </a:r>
          </a:p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键，不等于必须外加偏置。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10058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87F8C"/>
                </a:solidFill>
                <a:latin typeface="Noto Sans CJK SC"/>
              </a:defRPr>
            </a:pPr>
            <a:r>
              <a:t>多物理场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48640"/>
            <a:ext cx="112471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3248"/>
                </a:solidFill>
                <a:latin typeface="Noto Sans CJK SC"/>
              </a:defRPr>
            </a:pPr>
            <a:r>
              <a:t>PTE模型：电磁场之后，还需要求温度与电势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63624"/>
            <a:ext cx="11247120" cy="12801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01384"/>
            <a:ext cx="10698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67080"/>
                </a:solidFill>
                <a:latin typeface="Noto Sans CJK SC"/>
              </a:defRPr>
            </a:pPr>
            <a:r>
              <a:t>依据：用户提供论文 arXiv:2603.03554v3；解释见备注。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64808"/>
            <a:ext cx="5943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67080"/>
                </a:solidFill>
                <a:latin typeface="Noto Sans CJK SC"/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19"/>
            <a:ext cx="10698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347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87F8C"/>
                </a:solidFill>
                <a:latin typeface="Noto Sans CJK SC"/>
              </a:defRPr>
            </a:pPr>
            <a:r>
              <a:t>V_PTE ∼ ∫ S(x) · ∇Te(x) · dl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697480"/>
            <a:ext cx="274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87F8C"/>
                </a:solidFill>
                <a:latin typeface="Noto Sans CJK SC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697480"/>
            <a:ext cx="10479024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3248"/>
                </a:solidFill>
                <a:latin typeface="Noto Sans CJK SC"/>
              </a:defRPr>
            </a:pPr>
            <a:r>
              <a:t>电磁：计算石墨烯中的吸收热源 q_abs。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538728"/>
            <a:ext cx="274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87F8C"/>
                </a:solidFill>
                <a:latin typeface="Noto Sans CJK SC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3538728"/>
            <a:ext cx="10479024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3248"/>
                </a:solidFill>
                <a:latin typeface="Noto Sans CJK SC"/>
              </a:defRPr>
            </a:pPr>
            <a:r>
              <a:t>热学：计算电子温度 Te；包含扩散、能量弛豫与边界散热。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379976"/>
            <a:ext cx="274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87F8C"/>
                </a:solidFill>
                <a:latin typeface="Noto Sans CJK SC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4379976"/>
            <a:ext cx="10479024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3248"/>
                </a:solidFill>
                <a:latin typeface="Noto Sans CJK SC"/>
              </a:defRPr>
            </a:pPr>
            <a:r>
              <a:t>电学：结合Seebeck系数与电流连续性，得到开路电压或短路电流。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879592"/>
            <a:ext cx="11109960" cy="438912"/>
          </a:xfrm>
          <a:prstGeom prst="rect">
            <a:avLst/>
          </a:prstGeom>
          <a:solidFill>
            <a:srgbClr val="E5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5943600"/>
            <a:ext cx="1078992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87F8C"/>
                </a:solidFill>
                <a:latin typeface="Noto Sans CJK SC"/>
              </a:defRPr>
            </a:pPr>
            <a:r>
              <a:t>一个集总端口可以提取馈点阻抗，但不能给出PTE响应率或零偏压光电压。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10058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87F8C"/>
                </a:solidFill>
                <a:latin typeface="Noto Sans CJK SC"/>
              </a:defRPr>
            </a:pPr>
            <a:r>
              <a:t>材料与工艺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48640"/>
            <a:ext cx="112471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3248"/>
                </a:solidFill>
                <a:latin typeface="Noto Sans CJK SC"/>
              </a:defRPr>
            </a:pPr>
            <a:r>
              <a:t>材料堆叠：哪些是原文参数，哪些还缺依据？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63624"/>
            <a:ext cx="11247120" cy="12801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01384"/>
            <a:ext cx="10698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67080"/>
                </a:solidFill>
                <a:latin typeface="Noto Sans CJK SC"/>
              </a:defRPr>
            </a:pPr>
            <a:r>
              <a:t>依据：用户提供论文 arXiv:2603.03554v3；解释见备注。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64808"/>
            <a:ext cx="5943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67080"/>
                </a:solidFill>
                <a:latin typeface="Noto Sans CJK SC"/>
              </a:defRPr>
            </a:pPr>
            <a: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828800"/>
            <a:ext cx="1691640" cy="630936"/>
          </a:xfrm>
          <a:prstGeom prst="rect">
            <a:avLst/>
          </a:prstGeom>
          <a:solidFill>
            <a:srgbClr val="18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1920240"/>
            <a:ext cx="1472184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Noto Sans CJK SC"/>
              </a:defRPr>
            </a:pPr>
            <a:r>
              <a:t>项目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58568" y="1828800"/>
            <a:ext cx="3246120" cy="630936"/>
          </a:xfrm>
          <a:prstGeom prst="rect">
            <a:avLst/>
          </a:prstGeom>
          <a:solidFill>
            <a:srgbClr val="18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68296" y="1920240"/>
            <a:ext cx="3026663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Noto Sans CJK SC"/>
              </a:defRPr>
            </a:pPr>
            <a:r>
              <a:t>原文信息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04688" y="1828800"/>
            <a:ext cx="6108192" cy="630936"/>
          </a:xfrm>
          <a:prstGeom prst="rect">
            <a:avLst/>
          </a:prstGeom>
          <a:solidFill>
            <a:srgbClr val="18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14416" y="1920240"/>
            <a:ext cx="5888736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Noto Sans CJK SC"/>
              </a:defRPr>
            </a:pPr>
            <a:r>
              <a:t>仿真处理与限制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459736"/>
            <a:ext cx="1691640" cy="630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551176"/>
            <a:ext cx="1472184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248"/>
                </a:solidFill>
                <a:latin typeface="Noto Sans CJK SC"/>
              </a:defRPr>
            </a:pPr>
            <a:r>
              <a:t>石墨烯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58568" y="2459736"/>
            <a:ext cx="3246120" cy="630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68296" y="2551176"/>
            <a:ext cx="3026663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248"/>
                </a:solidFill>
                <a:latin typeface="Noto Sans CJK SC"/>
              </a:defRPr>
            </a:pPr>
            <a:r>
              <a:t>电阻约1 kΩ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04688" y="2459736"/>
            <a:ext cx="6108192" cy="630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14416" y="2551176"/>
            <a:ext cx="5888736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248"/>
                </a:solidFill>
                <a:latin typeface="Noto Sans CJK SC"/>
              </a:defRPr>
            </a:pPr>
            <a:r>
              <a:t>电磁负载近似≠完整复电导/PTE模型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090672"/>
            <a:ext cx="1691640" cy="630936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3182112"/>
            <a:ext cx="1472184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248"/>
                </a:solidFill>
                <a:latin typeface="Noto Sans CJK SC"/>
              </a:defRPr>
            </a:pPr>
            <a:r>
              <a:t>hBN封装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58568" y="3090672"/>
            <a:ext cx="3246120" cy="630936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68296" y="3182112"/>
            <a:ext cx="3026663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248"/>
                </a:solidFill>
                <a:latin typeface="Noto Sans CJK SC"/>
              </a:defRPr>
            </a:pPr>
            <a:r>
              <a:t>hBN/石墨烯/hBN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04688" y="3090672"/>
            <a:ext cx="6108192" cy="630936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14416" y="3182112"/>
            <a:ext cx="5888736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248"/>
                </a:solidFill>
                <a:latin typeface="Noto Sans CJK SC"/>
              </a:defRPr>
            </a:pPr>
            <a:r>
              <a:t>缺厚度和材料参数；不能凭图填值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21608"/>
            <a:ext cx="1691640" cy="630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3813048"/>
            <a:ext cx="1472184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248"/>
                </a:solidFill>
                <a:latin typeface="Noto Sans CJK SC"/>
              </a:defRPr>
            </a:pPr>
            <a:r>
              <a:t>SiO₂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58568" y="3721608"/>
            <a:ext cx="3246120" cy="630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68296" y="3813048"/>
            <a:ext cx="3026663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248"/>
                </a:solidFill>
                <a:latin typeface="Noto Sans CJK SC"/>
              </a:defRPr>
            </a:pPr>
            <a:r>
              <a:t>300 nm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04688" y="3721608"/>
            <a:ext cx="6108192" cy="630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14416" y="3813048"/>
            <a:ext cx="5888736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248"/>
                </a:solidFill>
                <a:latin typeface="Noto Sans CJK SC"/>
              </a:defRPr>
            </a:pPr>
            <a:r>
              <a:t>新版显式加入；εr=3.9是初始假设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352544"/>
            <a:ext cx="1691640" cy="630936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" y="4443983"/>
            <a:ext cx="1472184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248"/>
                </a:solidFill>
                <a:latin typeface="Noto Sans CJK SC"/>
              </a:defRPr>
            </a:pPr>
            <a:r>
              <a:t>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58568" y="4352544"/>
            <a:ext cx="3246120" cy="630936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68296" y="4443983"/>
            <a:ext cx="3026663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248"/>
                </a:solidFill>
                <a:latin typeface="Noto Sans CJK SC"/>
              </a:defRPr>
            </a:pPr>
            <a:r>
              <a:t>约100 Ω·cm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04688" y="4352544"/>
            <a:ext cx="6108192" cy="630936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14416" y="4443983"/>
            <a:ext cx="5888736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248"/>
                </a:solidFill>
                <a:latin typeface="Noto Sans CJK SC"/>
              </a:defRPr>
            </a:pPr>
            <a:r>
              <a:t>换算σ=1 S/m；εr=11.7为初值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4983479"/>
            <a:ext cx="1691640" cy="630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5074919"/>
            <a:ext cx="1472184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248"/>
                </a:solidFill>
                <a:latin typeface="Noto Sans CJK SC"/>
              </a:defRPr>
            </a:pPr>
            <a:r>
              <a:t>金属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58568" y="4983479"/>
            <a:ext cx="3246120" cy="630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68296" y="5074919"/>
            <a:ext cx="3026663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248"/>
                </a:solidFill>
                <a:latin typeface="Noto Sans CJK SC"/>
              </a:defRPr>
            </a:pPr>
            <a:r>
              <a:t>Cr 3 nm / Au 80 nm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04688" y="4983479"/>
            <a:ext cx="6108192" cy="630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14416" y="5074919"/>
            <a:ext cx="5888736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248"/>
                </a:solidFill>
                <a:latin typeface="Noto Sans CJK SC"/>
              </a:defRPr>
            </a:pPr>
            <a:r>
              <a:t>最终应检查薄膜损耗；结构核对版仍为PEC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10058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87F8C"/>
                </a:solidFill>
                <a:latin typeface="Noto Sans CJK SC"/>
              </a:defRPr>
            </a:pPr>
            <a:r>
              <a:t>结构原理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48640"/>
            <a:ext cx="112471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3248"/>
                </a:solidFill>
                <a:latin typeface="Noto Sans CJK SC"/>
              </a:defRPr>
            </a:pPr>
            <a:r>
              <a:t>硅与透镜：改变波长、耦合和损耗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63624"/>
            <a:ext cx="11247120" cy="12801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01384"/>
            <a:ext cx="10698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67080"/>
                </a:solidFill>
                <a:latin typeface="Noto Sans CJK SC"/>
              </a:defRPr>
            </a:pPr>
            <a:r>
              <a:t>依据：用户提供论文 arXiv:2603.03554v3；解释见备注。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64808"/>
            <a:ext cx="5943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67080"/>
                </a:solidFill>
                <a:latin typeface="Noto Sans CJK SC"/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10512"/>
            <a:ext cx="3535680" cy="3785615"/>
          </a:xfrm>
          <a:prstGeom prst="roundRect">
            <a:avLst/>
          </a:prstGeom>
          <a:solidFill>
            <a:srgbClr val="FFFFFF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31699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高折射率环境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16352"/>
            <a:ext cx="3169920" cy="2560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硅改变传播常数和辐射分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配。空气中的半波尺寸不能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直接照搬到硅上天线。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2920" y="1810512"/>
            <a:ext cx="3535680" cy="3785615"/>
          </a:xfrm>
          <a:prstGeom prst="roundRect">
            <a:avLst/>
          </a:prstGeom>
          <a:solidFill>
            <a:srgbClr val="FFFFFF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5800" y="2011680"/>
            <a:ext cx="31699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透镜耦合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5800" y="2816352"/>
            <a:ext cx="3169920" cy="2560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论文把芯片置于硅透镜中心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附近以耦合自由空间辐射；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图2d计算是否含透镜需确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认。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7200" y="1810512"/>
            <a:ext cx="3535680" cy="3785615"/>
          </a:xfrm>
          <a:prstGeom prst="roundRect">
            <a:avLst/>
          </a:prstGeom>
          <a:solidFill>
            <a:srgbClr val="FFFFFF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0080" y="2011680"/>
            <a:ext cx="31699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导电衬底损耗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0080" y="2816352"/>
            <a:ext cx="3169920" cy="2560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作者提醒6 μm缝隙中电场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强；硅过于导电时，读出结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构可能形成高频分流损耗。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10058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87F8C"/>
                </a:solidFill>
                <a:latin typeface="Noto Sans CJK SC"/>
              </a:defRPr>
            </a:pPr>
            <a:r>
              <a:t>模型修正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48640"/>
            <a:ext cx="112471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3248"/>
                </a:solidFill>
                <a:latin typeface="Noto Sans CJK SC"/>
              </a:defRPr>
            </a:pPr>
            <a:r>
              <a:t>旧模型与新版：改变的是电磁边界，而非外观装饰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63624"/>
            <a:ext cx="11247120" cy="12801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01384"/>
            <a:ext cx="10698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67080"/>
                </a:solidFill>
                <a:latin typeface="Noto Sans CJK SC"/>
              </a:defRPr>
            </a:pPr>
            <a:r>
              <a:t>依据：用户提供论文 arXiv:2603.03554v3；解释见备注。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64808"/>
            <a:ext cx="5943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67080"/>
                </a:solidFill>
                <a:latin typeface="Noto Sans CJK SC"/>
              </a:defRPr>
            </a:pPr>
            <a:r>
              <a:t>17</a:t>
            </a:r>
          </a:p>
        </p:txBody>
      </p:sp>
      <p:pic>
        <p:nvPicPr>
          <p:cNvPr id="8" name="Picture 7" descr="layout_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8064" y="1783080"/>
            <a:ext cx="6473952" cy="26974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66928" y="4599432"/>
            <a:ext cx="5522976" cy="448056"/>
          </a:xfrm>
          <a:prstGeom prst="rect">
            <a:avLst/>
          </a:prstGeom>
          <a:solidFill>
            <a:srgbClr val="18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4690872"/>
            <a:ext cx="53035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Noto Sans CJK SC"/>
              </a:defRPr>
            </a:pPr>
            <a:r>
              <a:t>旧矩形地基线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9904" y="4599432"/>
            <a:ext cx="5522976" cy="448056"/>
          </a:xfrm>
          <a:prstGeom prst="rect">
            <a:avLst/>
          </a:prstGeom>
          <a:solidFill>
            <a:srgbClr val="18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2" y="4690872"/>
            <a:ext cx="53035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Noto Sans CJK SC"/>
              </a:defRPr>
            </a:pPr>
            <a:r>
              <a:t>新版结构核对版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5047488"/>
            <a:ext cx="5522976" cy="448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5138928"/>
            <a:ext cx="53035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248"/>
                </a:solidFill>
                <a:latin typeface="Noto Sans CJK SC"/>
              </a:defRPr>
            </a:pPr>
            <a:r>
              <a:t>矩形地包围读出结构，焊盘轮廓简化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9904" y="5047488"/>
            <a:ext cx="5522976" cy="448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5138928"/>
            <a:ext cx="53035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248"/>
                </a:solidFill>
                <a:latin typeface="Noto Sans CJK SC"/>
              </a:defRPr>
            </a:pPr>
            <a:r>
              <a:t>有限GSG地、展开焊盘与渐变、右端平台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5495544"/>
            <a:ext cx="5522976" cy="448056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5586983"/>
            <a:ext cx="53035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248"/>
                </a:solidFill>
                <a:latin typeface="Noto Sans CJK SC"/>
              </a:defRPr>
            </a:pPr>
            <a:r>
              <a:t>硅直接到金属面，氧化层省略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9904" y="5495544"/>
            <a:ext cx="5522976" cy="448056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2" y="5586983"/>
            <a:ext cx="53035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83248"/>
                </a:solidFill>
                <a:latin typeface="Noto Sans CJK SC"/>
              </a:defRPr>
            </a:pPr>
            <a:r>
              <a:t>加入300 nm氧化层；内部界面不设辐射边界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879592"/>
            <a:ext cx="11109960" cy="438912"/>
          </a:xfrm>
          <a:prstGeom prst="rect">
            <a:avLst/>
          </a:prstGeom>
          <a:solidFill>
            <a:srgbClr val="E5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5943600"/>
            <a:ext cx="1078992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87F8C"/>
                </a:solidFill>
                <a:latin typeface="Noto Sans CJK SC"/>
              </a:defRPr>
            </a:pPr>
            <a:r>
              <a:t>旧CSV不能代表新版；新版尚未在HFSS中求解，不能报告“已复现”。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10058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87F8C"/>
                </a:solidFill>
                <a:latin typeface="Noto Sans CJK SC"/>
              </a:defRPr>
            </a:pPr>
            <a:r>
              <a:t>复现输入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48640"/>
            <a:ext cx="112471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3248"/>
                </a:solidFill>
                <a:latin typeface="Noto Sans CJK SC"/>
              </a:defRPr>
            </a:pPr>
            <a:r>
              <a:t>先冻结输入条件，才有资格比较论文曲线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63624"/>
            <a:ext cx="11247120" cy="12801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01384"/>
            <a:ext cx="10698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67080"/>
                </a:solidFill>
                <a:latin typeface="Noto Sans CJK SC"/>
              </a:defRPr>
            </a:pPr>
            <a:r>
              <a:t>依据：用户提供论文 arXiv:2603.03554v3；解释见备注。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64808"/>
            <a:ext cx="5943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67080"/>
                </a:solidFill>
                <a:latin typeface="Noto Sans CJK SC"/>
              </a:defRPr>
            </a:pPr>
            <a: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828800"/>
            <a:ext cx="1508760" cy="768096"/>
          </a:xfrm>
          <a:prstGeom prst="rect">
            <a:avLst/>
          </a:prstGeom>
          <a:solidFill>
            <a:srgbClr val="18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1920240"/>
            <a:ext cx="1289304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输入类别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75688" y="1828800"/>
            <a:ext cx="5623560" cy="768096"/>
          </a:xfrm>
          <a:prstGeom prst="rect">
            <a:avLst/>
          </a:prstGeom>
          <a:solidFill>
            <a:srgbClr val="18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85416" y="1920240"/>
            <a:ext cx="5404104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必须记录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99248" y="1828800"/>
            <a:ext cx="3913632" cy="768096"/>
          </a:xfrm>
          <a:prstGeom prst="rect">
            <a:avLst/>
          </a:prstGeom>
          <a:solidFill>
            <a:srgbClr val="18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08975" y="1920240"/>
            <a:ext cx="3694176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当前状态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596896"/>
            <a:ext cx="1508760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688336"/>
            <a:ext cx="1289304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几何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75688" y="2596896"/>
            <a:ext cx="5623560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85416" y="2688336"/>
            <a:ext cx="5404104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槽、槽距、馈点、扼流、焊盘、芯片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99248" y="2596896"/>
            <a:ext cx="3913632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08975" y="2688336"/>
            <a:ext cx="3694176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多数为图像估计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364991"/>
            <a:ext cx="1508760" cy="768096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3456432"/>
            <a:ext cx="1289304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材料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75688" y="3364991"/>
            <a:ext cx="5623560" cy="768096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85416" y="3456432"/>
            <a:ext cx="5404104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厚度、复介电常数、薄膜电导、石墨烯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99248" y="3364991"/>
            <a:ext cx="3913632" cy="768096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08975" y="3456432"/>
            <a:ext cx="3694176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正文只给出部分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133087"/>
            <a:ext cx="1508760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224527"/>
            <a:ext cx="1289304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端口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75688" y="4133087"/>
            <a:ext cx="5623560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85416" y="4224527"/>
            <a:ext cx="5404104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位置、参考面、参考阻抗、另一端终端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99248" y="4133087"/>
            <a:ext cx="3913632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08975" y="4224527"/>
            <a:ext cx="3694176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原作者定义不充分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901183"/>
            <a:ext cx="1508760" cy="768096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" y="4992623"/>
            <a:ext cx="1289304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环境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75688" y="4901183"/>
            <a:ext cx="5623560" cy="768096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85416" y="4992623"/>
            <a:ext cx="5404104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有限衬底、透镜、开放边界与封装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99248" y="4901183"/>
            <a:ext cx="3913632" cy="768096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08975" y="4992623"/>
            <a:ext cx="3694176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图2d具体计算条件待确认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10058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87F8C"/>
                </a:solidFill>
                <a:latin typeface="Noto Sans CJK SC"/>
              </a:defRPr>
            </a:pPr>
            <a:r>
              <a:t>仿真方法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48640"/>
            <a:ext cx="112471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3248"/>
                </a:solidFill>
                <a:latin typeface="Noto Sans CJK SC"/>
              </a:defRPr>
            </a:pPr>
            <a:r>
              <a:t>HFSS工作流：每一步都应有可检查的输出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63624"/>
            <a:ext cx="11247120" cy="12801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01384"/>
            <a:ext cx="10698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67080"/>
                </a:solidFill>
                <a:latin typeface="Noto Sans CJK SC"/>
              </a:defRPr>
            </a:pPr>
            <a:r>
              <a:t>依据：用户提供论文 arXiv:2603.03554v3；解释见备注。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64808"/>
            <a:ext cx="5943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67080"/>
                </a:solidFill>
                <a:latin typeface="Noto Sans CJK SC"/>
              </a:defRPr>
            </a:pPr>
            <a: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2434589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395728"/>
            <a:ext cx="214198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87F8C"/>
                </a:solidFill>
                <a:latin typeface="Noto Sans CJK SC"/>
              </a:defRPr>
            </a:pPr>
            <a:r>
              <a:t>几何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337560"/>
            <a:ext cx="2141982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轮廓、层叠</a:t>
            </a:r>
          </a:p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连通性、间隙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2101" y="3127248"/>
            <a:ext cx="274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87F8C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4709" y="2194560"/>
            <a:ext cx="2434589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1013" y="2395728"/>
            <a:ext cx="214198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87F8C"/>
                </a:solidFill>
                <a:latin typeface="Noto Sans CJK SC"/>
              </a:defRPr>
            </a:pPr>
            <a:r>
              <a:t>激励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1013" y="3337560"/>
            <a:ext cx="2141982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端口与终端</a:t>
            </a:r>
          </a:p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参考面、归一化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6731" y="3127248"/>
            <a:ext cx="274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87F8C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9340" y="2194560"/>
            <a:ext cx="2434589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5644" y="2395728"/>
            <a:ext cx="214198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87F8C"/>
                </a:solidFill>
                <a:latin typeface="Noto Sans CJK SC"/>
              </a:defRPr>
            </a:pPr>
            <a:r>
              <a:t>求解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5644" y="3337560"/>
            <a:ext cx="2141982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网格、频率</a:t>
            </a:r>
          </a:p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收敛与功率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1361" y="3127248"/>
            <a:ext cx="274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87F8C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03969" y="2194560"/>
            <a:ext cx="2434589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0274" y="2395728"/>
            <a:ext cx="214198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87F8C"/>
                </a:solidFill>
                <a:latin typeface="Noto Sans CJK SC"/>
              </a:defRPr>
            </a:pPr>
            <a:r>
              <a:t>比较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0274" y="3337560"/>
            <a:ext cx="2141982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Z与S、场分布</a:t>
            </a:r>
          </a:p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原图与误差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879592"/>
            <a:ext cx="11109960" cy="438912"/>
          </a:xfrm>
          <a:prstGeom prst="rect">
            <a:avLst/>
          </a:prstGeom>
          <a:solidFill>
            <a:srgbClr val="E5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5943600"/>
            <a:ext cx="1078992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87F8C"/>
                </a:solidFill>
                <a:latin typeface="Noto Sans CJK SC"/>
              </a:defRPr>
            </a:pPr>
            <a:r>
              <a:t>建议先建模检查，再启动求解；不要把验证通过当作计算精度保证。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10058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87F8C"/>
                </a:solidFill>
                <a:latin typeface="Noto Sans CJK SC"/>
              </a:defRPr>
            </a:pPr>
            <a:r>
              <a:t>HFSS建模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48640"/>
            <a:ext cx="112471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3248"/>
                </a:solidFill>
                <a:latin typeface="Noto Sans CJK SC"/>
              </a:defRPr>
            </a:pPr>
            <a:r>
              <a:t>坐标与层叠：统一单位，避免“看起来对、实际错”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63624"/>
            <a:ext cx="11247120" cy="12801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01384"/>
            <a:ext cx="10698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67080"/>
                </a:solidFill>
                <a:latin typeface="Noto Sans CJK SC"/>
              </a:defRPr>
            </a:pPr>
            <a:r>
              <a:t>依据：用户提供论文 arXiv:2603.03554v3；解释见备注。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64808"/>
            <a:ext cx="5943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67080"/>
                </a:solidFill>
                <a:latin typeface="Noto Sans CJK SC"/>
              </a:defRPr>
            </a:pPr>
            <a:r>
              <a:t>20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74519"/>
            <a:ext cx="6583680" cy="822960"/>
          </a:xfrm>
          <a:prstGeom prst="rect">
            <a:avLst/>
          </a:prstGeom>
          <a:solidFill>
            <a:srgbClr val="E9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47672"/>
            <a:ext cx="6217920" cy="7498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248"/>
                </a:solidFill>
                <a:latin typeface="Noto Sans CJK SC"/>
              </a:defRPr>
            </a:pPr>
            <a:r>
              <a:t>空气计算域：z &gt; 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743200"/>
            <a:ext cx="6583680" cy="137160"/>
          </a:xfrm>
          <a:prstGeom prst="rect">
            <a:avLst/>
          </a:prstGeom>
          <a:solidFill>
            <a:srgbClr val="E8B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404872"/>
            <a:ext cx="6217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248"/>
                </a:solidFill>
                <a:latin typeface="Noto Sans CJK SC"/>
              </a:defRPr>
            </a:pPr>
            <a:r>
              <a:t>金属 / 端口：z = 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53512"/>
            <a:ext cx="6583680" cy="457200"/>
          </a:xfrm>
          <a:prstGeom prst="rect">
            <a:avLst/>
          </a:prstGeom>
          <a:solidFill>
            <a:srgbClr val="C9E4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026664"/>
            <a:ext cx="621792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248"/>
                </a:solidFill>
                <a:latin typeface="Noto Sans CJK SC"/>
              </a:defRPr>
            </a:pPr>
            <a:r>
              <a:t>SiO₂：−0.3 μm ≤ z ≤ 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511296"/>
            <a:ext cx="6583680" cy="132588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584448"/>
            <a:ext cx="6217920" cy="1252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248"/>
                </a:solidFill>
                <a:latin typeface="Noto Sans CJK SC"/>
              </a:defRPr>
            </a:pPr>
            <a:r>
              <a:t>硅：顶部 z = −0.3 μm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011680"/>
            <a:ext cx="3383280" cy="2560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3248"/>
                </a:solidFill>
                <a:latin typeface="Noto Sans CJK SC"/>
              </a:defRPr>
            </a:pPr>
            <a:r>
              <a:t>示意图不按厚度比例绘制。</a:t>
            </a:r>
          </a:p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3248"/>
                </a:solidFill>
                <a:latin typeface="Noto Sans CJK SC"/>
              </a:defRPr>
            </a:pPr>
          </a:p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3248"/>
                </a:solidFill>
                <a:latin typeface="Noto Sans CJK SC"/>
              </a:defRPr>
            </a:pPr>
            <a:r>
              <a:t>300 nm = 0.3 μm</a:t>
            </a:r>
          </a:p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3248"/>
                </a:solidFill>
                <a:latin typeface="Noto Sans CJK SC"/>
              </a:defRPr>
            </a:pPr>
            <a:r>
              <a:t>80 nm = 0.08 μm</a:t>
            </a:r>
          </a:p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3248"/>
                </a:solidFill>
                <a:latin typeface="Noto Sans CJK SC"/>
              </a:defRPr>
            </a:pPr>
            <a:r>
              <a:t>100 Ω·cm = 1 Ω·m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879592"/>
            <a:ext cx="11109960" cy="438912"/>
          </a:xfrm>
          <a:prstGeom prst="rect">
            <a:avLst/>
          </a:prstGeom>
          <a:solidFill>
            <a:srgbClr val="E5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5943600"/>
            <a:ext cx="1078992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87F8C"/>
                </a:solidFill>
                <a:latin typeface="Noto Sans CJK SC"/>
              </a:defRPr>
            </a:pPr>
            <a:r>
              <a:t>错误单位会同时改变谐振频率、端口长度与网格成本。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10058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87F8C"/>
                </a:solidFill>
                <a:latin typeface="Noto Sans CJK SC"/>
              </a:defRPr>
            </a:pPr>
            <a:r>
              <a:t>HFSS建模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48640"/>
            <a:ext cx="112471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3248"/>
                </a:solidFill>
                <a:latin typeface="Noto Sans CJK SC"/>
              </a:defRPr>
            </a:pPr>
            <a:r>
              <a:t>几何参数表：给每个数字标明来源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63624"/>
            <a:ext cx="11247120" cy="12801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01384"/>
            <a:ext cx="10698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67080"/>
                </a:solidFill>
                <a:latin typeface="Noto Sans CJK SC"/>
              </a:defRPr>
            </a:pPr>
            <a:r>
              <a:t>依据：用户提供论文 arXiv:2603.03554v3；解释见备注。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64808"/>
            <a:ext cx="5943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67080"/>
                </a:solidFill>
                <a:latin typeface="Noto Sans CJK SC"/>
              </a:defRPr>
            </a:pPr>
            <a: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828800"/>
            <a:ext cx="2926080" cy="630936"/>
          </a:xfrm>
          <a:prstGeom prst="rect">
            <a:avLst/>
          </a:prstGeom>
          <a:solidFill>
            <a:srgbClr val="18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1920240"/>
            <a:ext cx="2706624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Noto Sans CJK SC"/>
              </a:defRPr>
            </a:pPr>
            <a:r>
              <a:t>参数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93008" y="1828800"/>
            <a:ext cx="3154680" cy="630936"/>
          </a:xfrm>
          <a:prstGeom prst="rect">
            <a:avLst/>
          </a:prstGeom>
          <a:solidFill>
            <a:srgbClr val="18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2736" y="1920240"/>
            <a:ext cx="2935224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Noto Sans CJK SC"/>
              </a:defRPr>
            </a:pPr>
            <a:r>
              <a:t>当前初值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47688" y="1828800"/>
            <a:ext cx="4965192" cy="630936"/>
          </a:xfrm>
          <a:prstGeom prst="rect">
            <a:avLst/>
          </a:prstGeom>
          <a:solidFill>
            <a:srgbClr val="18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57416" y="1920240"/>
            <a:ext cx="4745736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Noto Sans CJK SC"/>
              </a:defRPr>
            </a:pPr>
            <a:r>
              <a:t>依据/注意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459736"/>
            <a:ext cx="2926080" cy="630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551176"/>
            <a:ext cx="2706624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248"/>
                </a:solidFill>
                <a:latin typeface="Noto Sans CJK SC"/>
              </a:defRPr>
            </a:pPr>
            <a:r>
              <a:t>槽长 / 槽距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93008" y="2459736"/>
            <a:ext cx="3154680" cy="630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2736" y="2551176"/>
            <a:ext cx="2935224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248"/>
                </a:solidFill>
                <a:latin typeface="Noto Sans CJK SC"/>
              </a:defRPr>
            </a:pPr>
            <a:r>
              <a:t>260 / 125 μm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47688" y="2459736"/>
            <a:ext cx="4965192" cy="630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57416" y="2551176"/>
            <a:ext cx="4745736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248"/>
                </a:solidFill>
                <a:latin typeface="Noto Sans CJK SC"/>
              </a:defRPr>
            </a:pPr>
            <a:r>
              <a:t>显微图估计，非作者精确尺寸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090672"/>
            <a:ext cx="2926080" cy="630936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3182112"/>
            <a:ext cx="2706624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248"/>
                </a:solidFill>
                <a:latin typeface="Noto Sans CJK SC"/>
              </a:defRPr>
            </a:pPr>
            <a:r>
              <a:t>中心导体 / 端口间隙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93008" y="3090672"/>
            <a:ext cx="3154680" cy="630936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02736" y="3182112"/>
            <a:ext cx="2935224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248"/>
                </a:solidFill>
                <a:latin typeface="Noto Sans CJK SC"/>
              </a:defRPr>
            </a:pPr>
            <a:r>
              <a:t>12 / 6 μm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47688" y="3090672"/>
            <a:ext cx="4965192" cy="630936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57416" y="3182112"/>
            <a:ext cx="4745736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248"/>
                </a:solidFill>
                <a:latin typeface="Noto Sans CJK SC"/>
              </a:defRPr>
            </a:pPr>
            <a:r>
              <a:t>假设；端口间隙不是已知沟道长度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21608"/>
            <a:ext cx="2926080" cy="630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3813048"/>
            <a:ext cx="2706624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248"/>
                </a:solidFill>
                <a:latin typeface="Noto Sans CJK SC"/>
              </a:defRPr>
            </a:pPr>
            <a:r>
              <a:t>宽窄段长度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93008" y="3721608"/>
            <a:ext cx="3154680" cy="630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02736" y="3813048"/>
            <a:ext cx="2935224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248"/>
                </a:solidFill>
                <a:latin typeface="Noto Sans CJK SC"/>
              </a:defRPr>
            </a:pPr>
            <a:r>
              <a:t>每段120 μm，共10段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47688" y="3721608"/>
            <a:ext cx="4965192" cy="630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57416" y="3813048"/>
            <a:ext cx="4745736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248"/>
                </a:solidFill>
                <a:latin typeface="Noto Sans CJK SC"/>
              </a:defRPr>
            </a:pPr>
            <a:r>
              <a:t>图像估计；电长度尚未核实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352544"/>
            <a:ext cx="2926080" cy="630936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" y="4443983"/>
            <a:ext cx="2706624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248"/>
                </a:solidFill>
                <a:latin typeface="Noto Sans CJK SC"/>
              </a:defRPr>
            </a:pPr>
            <a:r>
              <a:t>宽段对地缝隙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93008" y="4352544"/>
            <a:ext cx="3154680" cy="630936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02736" y="4443983"/>
            <a:ext cx="2935224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248"/>
                </a:solidFill>
                <a:latin typeface="Noto Sans CJK SC"/>
              </a:defRPr>
            </a:pPr>
            <a:r>
              <a:t>6 μm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47688" y="4352544"/>
            <a:ext cx="4965192" cy="630936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57416" y="4443983"/>
            <a:ext cx="4745736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248"/>
                </a:solidFill>
                <a:latin typeface="Noto Sans CJK SC"/>
              </a:defRPr>
            </a:pPr>
            <a:r>
              <a:t>正文给出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4983479"/>
            <a:ext cx="2926080" cy="630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5074919"/>
            <a:ext cx="2706624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248"/>
                </a:solidFill>
                <a:latin typeface="Noto Sans CJK SC"/>
              </a:defRPr>
            </a:pPr>
            <a:r>
              <a:t>有限GSG焊盘与平台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93008" y="4983479"/>
            <a:ext cx="3154680" cy="630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02736" y="5074919"/>
            <a:ext cx="2935224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248"/>
                </a:solidFill>
                <a:latin typeface="Noto Sans CJK SC"/>
              </a:defRPr>
            </a:pPr>
            <a:r>
              <a:t>按500 μm标尺重建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47688" y="4983479"/>
            <a:ext cx="4965192" cy="630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57416" y="5074919"/>
            <a:ext cx="4745736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248"/>
                </a:solidFill>
                <a:latin typeface="Noto Sans CJK SC"/>
              </a:defRPr>
            </a:pPr>
            <a:r>
              <a:t>放大插图不可用作同尺度标尺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10058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87F8C"/>
                </a:solidFill>
                <a:latin typeface="Noto Sans CJK SC"/>
              </a:defRPr>
            </a:pPr>
            <a:r>
              <a:t>结构原理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48640"/>
            <a:ext cx="112471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3248"/>
                </a:solidFill>
                <a:latin typeface="Noto Sans CJK SC"/>
              </a:defRPr>
            </a:pPr>
            <a:r>
              <a:t>PEC是排查基线，不是最终薄膜材料模型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63624"/>
            <a:ext cx="11247120" cy="12801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01384"/>
            <a:ext cx="10698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67080"/>
                </a:solidFill>
                <a:latin typeface="Noto Sans CJK SC"/>
              </a:defRPr>
            </a:pPr>
            <a:r>
              <a:t>依据：用户提供论文 arXiv:2603.03554v3；解释见备注。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64808"/>
            <a:ext cx="5943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67080"/>
                </a:solidFill>
                <a:latin typeface="Noto Sans CJK SC"/>
              </a:defRPr>
            </a:pPr>
            <a: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10512"/>
            <a:ext cx="3535680" cy="3785615"/>
          </a:xfrm>
          <a:prstGeom prst="roundRect">
            <a:avLst/>
          </a:prstGeom>
          <a:solidFill>
            <a:srgbClr val="FFFFFF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31699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PEC阶段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16352"/>
            <a:ext cx="3169920" cy="2560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先检查拓扑和主导频率；计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算中不计金属欧姆损耗，不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能据此比较最终效率与峰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深。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2920" y="1810512"/>
            <a:ext cx="3535680" cy="3785615"/>
          </a:xfrm>
          <a:prstGeom prst="roundRect">
            <a:avLst/>
          </a:prstGeom>
          <a:solidFill>
            <a:srgbClr val="FFFFFF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5800" y="2011680"/>
            <a:ext cx="31699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薄膜阶段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5800" y="2816352"/>
            <a:ext cx="3169920" cy="2560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原文Au仅80 nm。以体金σ≈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4.1×10⁷ S/m估算，130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GHz趋肤深度约218 nm。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7200" y="1810512"/>
            <a:ext cx="3535680" cy="3785615"/>
          </a:xfrm>
          <a:prstGeom prst="roundRect">
            <a:avLst/>
          </a:prstGeom>
          <a:solidFill>
            <a:srgbClr val="FFFFFF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0080" y="2011680"/>
            <a:ext cx="31699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建模选择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0080" y="2816352"/>
            <a:ext cx="3169920" cy="2560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可研究适用的薄层/阻抗或有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限导体模型；需核查两侧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场、厚度、电导和Cr层影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响。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10058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87F8C"/>
                </a:solidFill>
                <a:latin typeface="Noto Sans CJK SC"/>
              </a:defRPr>
            </a:pPr>
            <a:r>
              <a:t>HFSS边界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48640"/>
            <a:ext cx="112471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3248"/>
                </a:solidFill>
                <a:latin typeface="Noto Sans CJK SC"/>
              </a:defRPr>
            </a:pPr>
            <a:r>
              <a:t>开放边界：让离开的波尽量不返回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63624"/>
            <a:ext cx="11247120" cy="12801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01384"/>
            <a:ext cx="10698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67080"/>
                </a:solidFill>
                <a:latin typeface="Noto Sans CJK SC"/>
              </a:defRPr>
            </a:pPr>
            <a:r>
              <a:t>依据：用户提供论文 arXiv:2603.03554v3；解释见备注。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64808"/>
            <a:ext cx="5943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67080"/>
                </a:solidFill>
                <a:latin typeface="Noto Sans CJK SC"/>
              </a:defRPr>
            </a:pPr>
            <a: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274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1828800"/>
            <a:ext cx="10479024" cy="9601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3248"/>
                </a:solidFill>
                <a:latin typeface="Noto Sans CJK SC"/>
              </a:defRPr>
            </a:pPr>
            <a:r>
              <a:t>Radiation只赋给计算域外表面，不赋给内部空气/SiO₂、SiO₂/Si交界面。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98648"/>
            <a:ext cx="274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898648"/>
            <a:ext cx="10479024" cy="9601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3248"/>
                </a:solidFill>
                <a:latin typeface="Noto Sans CJK SC"/>
              </a:defRPr>
            </a:pPr>
            <a:r>
              <a:t>在100 GHz，λ₀/4约750 μm；当前空气留白约900 μm，是起点而不是精度证明。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968496"/>
            <a:ext cx="274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3968496"/>
            <a:ext cx="10479024" cy="9601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3248"/>
                </a:solidFill>
                <a:latin typeface="Noto Sans CJK SC"/>
              </a:defRPr>
            </a:pPr>
            <a:r>
              <a:t>把侧向留白、空气高度、硅深度分别增大约50%，比较Zin和S11；必要时与合适PML对</a:t>
            </a:r>
          </a:p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3248"/>
                </a:solidFill>
                <a:latin typeface="Noto Sans CJK SC"/>
              </a:defRPr>
            </a:pPr>
            <a:r>
              <a:t>照。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879592"/>
            <a:ext cx="11109960" cy="438912"/>
          </a:xfrm>
          <a:prstGeom prst="rect">
            <a:avLst/>
          </a:prstGeom>
          <a:solidFill>
            <a:srgbClr val="E5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5943600"/>
            <a:ext cx="1078992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87F8C"/>
                </a:solidFill>
                <a:latin typeface="Noto Sans CJK SC"/>
              </a:defRPr>
            </a:pPr>
            <a:r>
              <a:t>边界扩大后若曲线明显变化，先解决边界影响，再讨论“结构谐振”。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10058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87F8C"/>
                </a:solidFill>
                <a:latin typeface="Noto Sans CJK SC"/>
              </a:defRPr>
            </a:pPr>
            <a:r>
              <a:t>HFSS端口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48640"/>
            <a:ext cx="112471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3248"/>
                </a:solidFill>
                <a:latin typeface="Noto Sans CJK SC"/>
              </a:defRPr>
            </a:pPr>
            <a:r>
              <a:t>端口有两种问题定义，不能混用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63624"/>
            <a:ext cx="11247120" cy="12801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01384"/>
            <a:ext cx="10698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67080"/>
                </a:solidFill>
                <a:latin typeface="Noto Sans CJK SC"/>
              </a:defRPr>
            </a:pPr>
            <a:r>
              <a:t>依据：用户提供论文 arXiv:2603.03554v3；解释见备注。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64808"/>
            <a:ext cx="5943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67080"/>
                </a:solidFill>
                <a:latin typeface="Noto Sans CJK SC"/>
              </a:defRPr>
            </a:pPr>
            <a:r>
              <a:t>24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828800"/>
            <a:ext cx="2926080" cy="1024128"/>
          </a:xfrm>
          <a:prstGeom prst="rect">
            <a:avLst/>
          </a:prstGeom>
          <a:solidFill>
            <a:srgbClr val="18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1920240"/>
            <a:ext cx="2706624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方案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93008" y="1828800"/>
            <a:ext cx="4023360" cy="1024128"/>
          </a:xfrm>
          <a:prstGeom prst="rect">
            <a:avLst/>
          </a:prstGeom>
          <a:solidFill>
            <a:srgbClr val="18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2736" y="1920240"/>
            <a:ext cx="3803904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物理问题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16368" y="1828800"/>
            <a:ext cx="4096512" cy="1024128"/>
          </a:xfrm>
          <a:prstGeom prst="rect">
            <a:avLst/>
          </a:prstGeom>
          <a:solidFill>
            <a:srgbClr val="18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6096" y="1920240"/>
            <a:ext cx="3877056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应避免的错误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292608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944368"/>
            <a:ext cx="2706624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A：石墨烯位置集总端口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93008" y="2852928"/>
            <a:ext cx="402336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2736" y="2944368"/>
            <a:ext cx="3803904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提取天线馈点Zin，再做1kΩ匹配分析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16368" y="2852928"/>
            <a:ext cx="4096512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26096" y="2944368"/>
            <a:ext cx="3877056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同一位置再并联1kΩ，导致重复加载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877056"/>
            <a:ext cx="2926080" cy="1024128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3968496"/>
            <a:ext cx="2706624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B：保留1kΩ元件，另端激</a:t>
            </a:r>
          </a:p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93008" y="3877056"/>
            <a:ext cx="4023360" cy="1024128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02736" y="3968496"/>
            <a:ext cx="3803904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计算实际带负载网络的反射与传输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16368" y="3877056"/>
            <a:ext cx="4096512" cy="1024128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26096" y="3968496"/>
            <a:ext cx="3877056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把另端口的S11当作石墨烯馈点S11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175504"/>
            <a:ext cx="105156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87F8C"/>
                </a:solidFill>
                <a:latin typeface="Noto Sans CJK SC"/>
              </a:defRPr>
            </a:pPr>
            <a:r>
              <a:t>当前基线采用A；作者实际端口与终端定义仍需核对。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10058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87F8C"/>
                </a:solidFill>
                <a:latin typeface="Noto Sans CJK SC"/>
              </a:defRPr>
            </a:pPr>
            <a:r>
              <a:t>HFSS端口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48640"/>
            <a:ext cx="112471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3248"/>
                </a:solidFill>
                <a:latin typeface="Noto Sans CJK SC"/>
              </a:defRPr>
            </a:pPr>
            <a:r>
              <a:t>集总端口检查：不仅是“能创建成功”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63624"/>
            <a:ext cx="11247120" cy="12801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01384"/>
            <a:ext cx="10698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67080"/>
                </a:solidFill>
                <a:latin typeface="Noto Sans CJK SC"/>
              </a:defRPr>
            </a:pPr>
            <a:r>
              <a:t>依据：用户提供论文 arXiv:2603.03554v3；解释见备注。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64808"/>
            <a:ext cx="5943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67080"/>
                </a:solidFill>
                <a:latin typeface="Noto Sans CJK SC"/>
              </a:defRPr>
            </a:pPr>
            <a: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274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87F8C"/>
                </a:solidFill>
                <a:latin typeface="Noto Sans CJK SC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1828800"/>
            <a:ext cx="10479024" cy="7680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3248"/>
                </a:solidFill>
                <a:latin typeface="Noto Sans CJK SC"/>
              </a:defRPr>
            </a:pPr>
            <a:r>
              <a:t>端口片跨接两个不同导体；不能被赋成PEC，也不能落在短路区域。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706624"/>
            <a:ext cx="274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87F8C"/>
                </a:solidFill>
                <a:latin typeface="Noto Sans CJK SC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706624"/>
            <a:ext cx="10479024" cy="7680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3248"/>
                </a:solidFill>
                <a:latin typeface="Noto Sans CJK SC"/>
              </a:defRPr>
            </a:pPr>
            <a:r>
              <a:t>积分线连接两侧导体。已修正为数值坐标：−3 μm → +3 μm，避免旧版解析变量为零长度。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584448"/>
            <a:ext cx="274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87F8C"/>
                </a:solidFill>
                <a:latin typeface="Noto Sans CJK SC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3584448"/>
            <a:ext cx="10479024" cy="7680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3248"/>
                </a:solidFill>
                <a:latin typeface="Noto Sans CJK SC"/>
              </a:defRPr>
            </a:pPr>
            <a:r>
              <a:t>方向决定电压正负参考；端口片尺寸和参考面也可能引入寄生，应做敏感性检查。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462272"/>
            <a:ext cx="274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87F8C"/>
                </a:solidFill>
                <a:latin typeface="Noto Sans CJK SC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4462272"/>
            <a:ext cx="10479024" cy="7680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3248"/>
                </a:solidFill>
                <a:latin typeface="Noto Sans CJK SC"/>
              </a:defRPr>
            </a:pPr>
            <a:r>
              <a:t>改动间隙或几何后，要同步更新积分线并重新验证。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879592"/>
            <a:ext cx="11109960" cy="438912"/>
          </a:xfrm>
          <a:prstGeom prst="rect">
            <a:avLst/>
          </a:prstGeom>
          <a:solidFill>
            <a:srgbClr val="E5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5943600"/>
            <a:ext cx="1078992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87F8C"/>
                </a:solidFill>
                <a:latin typeface="Noto Sans CJK SC"/>
              </a:defRPr>
            </a:pPr>
            <a:r>
              <a:t>脚本兼容性错误与物理模型错误，应分开排查。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10058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87F8C"/>
                </a:solidFill>
                <a:latin typeface="Noto Sans CJK SC"/>
              </a:defRPr>
            </a:pPr>
            <a:r>
              <a:t>HFSS网格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48640"/>
            <a:ext cx="112471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3248"/>
                </a:solidFill>
                <a:latin typeface="Noto Sans CJK SC"/>
              </a:defRPr>
            </a:pPr>
            <a:r>
              <a:t>网格：优先细化电场变化快、功率交换强的区域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63624"/>
            <a:ext cx="11247120" cy="12801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01384"/>
            <a:ext cx="10698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67080"/>
                </a:solidFill>
                <a:latin typeface="Noto Sans CJK SC"/>
              </a:defRPr>
            </a:pPr>
            <a:r>
              <a:t>依据：用户提供论文 arXiv:2603.03554v3；解释见备注。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64808"/>
            <a:ext cx="5943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67080"/>
                </a:solidFill>
                <a:latin typeface="Noto Sans CJK SC"/>
              </a:defRPr>
            </a:pPr>
            <a:r>
              <a:t>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828800"/>
            <a:ext cx="2423160" cy="749808"/>
          </a:xfrm>
          <a:prstGeom prst="rect">
            <a:avLst/>
          </a:prstGeom>
          <a:solidFill>
            <a:srgbClr val="18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1920240"/>
            <a:ext cx="2203704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区域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90088" y="1828800"/>
            <a:ext cx="3291840" cy="749808"/>
          </a:xfrm>
          <a:prstGeom prst="rect">
            <a:avLst/>
          </a:prstGeom>
          <a:solidFill>
            <a:srgbClr val="18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99816" y="1920240"/>
            <a:ext cx="3072384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当前起始设置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81928" y="1828800"/>
            <a:ext cx="5330952" cy="749808"/>
          </a:xfrm>
          <a:prstGeom prst="rect">
            <a:avLst/>
          </a:prstGeom>
          <a:solidFill>
            <a:srgbClr val="18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6" y="1920240"/>
            <a:ext cx="5111496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需要验证的内容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578608"/>
            <a:ext cx="242316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670048"/>
            <a:ext cx="2203704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馈点 / 6μm缝隙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90088" y="2578608"/>
            <a:ext cx="32918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99816" y="2670048"/>
            <a:ext cx="3072384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端口最大长度2 μm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81928" y="2578608"/>
            <a:ext cx="5330952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1656" y="2670048"/>
            <a:ext cx="5111496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再细化至1 μm后阻抗是否稳定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328415"/>
            <a:ext cx="2423160" cy="749808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3419856"/>
            <a:ext cx="2203704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金属及槽边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90088" y="3328415"/>
            <a:ext cx="3291840" cy="749808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99816" y="3419856"/>
            <a:ext cx="3072384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最大长度12 μm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81928" y="3328415"/>
            <a:ext cx="5330952" cy="749808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91656" y="3419856"/>
            <a:ext cx="5111496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可对照8 μm，避免只追踪尖角峰值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078224"/>
            <a:ext cx="242316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169663"/>
            <a:ext cx="2203704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300nm氧化层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90088" y="4078224"/>
            <a:ext cx="32918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99816" y="4169663"/>
            <a:ext cx="3072384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显式薄体，HFSS自动剖分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81928" y="4078224"/>
            <a:ext cx="5330952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91656" y="4169663"/>
            <a:ext cx="5111496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长宽厚尺度悬殊，网格成本与质量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828031"/>
            <a:ext cx="2423160" cy="749808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" y="4919471"/>
            <a:ext cx="2203704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衬底 / 外部空间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90088" y="4828031"/>
            <a:ext cx="3291840" cy="749808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99816" y="4919471"/>
            <a:ext cx="3072384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波长与自适应网格控制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81928" y="4828031"/>
            <a:ext cx="5330952" cy="749808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91656" y="4919471"/>
            <a:ext cx="5111496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材料波长、远边界与局部误差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10058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87F8C"/>
                </a:solidFill>
                <a:latin typeface="Noto Sans CJK SC"/>
              </a:defRPr>
            </a:pPr>
            <a:r>
              <a:t>HFSS求解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48640"/>
            <a:ext cx="112471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3248"/>
                </a:solidFill>
                <a:latin typeface="Noto Sans CJK SC"/>
              </a:defRPr>
            </a:pPr>
            <a:r>
              <a:t>Setup220：为什么先在频段上限自适应？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63624"/>
            <a:ext cx="11247120" cy="12801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01384"/>
            <a:ext cx="10698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67080"/>
                </a:solidFill>
                <a:latin typeface="Noto Sans CJK SC"/>
              </a:defRPr>
            </a:pPr>
            <a:r>
              <a:t>依据：用户提供论文 arXiv:2603.03554v3；解释见备注。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64808"/>
            <a:ext cx="5943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67080"/>
                </a:solidFill>
                <a:latin typeface="Noto Sans CJK SC"/>
              </a:defRPr>
            </a:pPr>
            <a:r>
              <a:t>27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828800"/>
            <a:ext cx="2743200" cy="749808"/>
          </a:xfrm>
          <a:prstGeom prst="rect">
            <a:avLst/>
          </a:prstGeom>
          <a:solidFill>
            <a:srgbClr val="18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1920240"/>
            <a:ext cx="2523744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设置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0128" y="1828800"/>
            <a:ext cx="2834640" cy="749808"/>
          </a:xfrm>
          <a:prstGeom prst="rect">
            <a:avLst/>
          </a:prstGeom>
          <a:solidFill>
            <a:srgbClr val="18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9856" y="1920240"/>
            <a:ext cx="2615184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当前值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4768" y="1828800"/>
            <a:ext cx="5468112" cy="749808"/>
          </a:xfrm>
          <a:prstGeom prst="rect">
            <a:avLst/>
          </a:prstGeom>
          <a:solidFill>
            <a:srgbClr val="18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54496" y="1920240"/>
            <a:ext cx="5248656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解释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578608"/>
            <a:ext cx="274320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670048"/>
            <a:ext cx="2523744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自适应频率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0128" y="2578608"/>
            <a:ext cx="28346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19856" y="2670048"/>
            <a:ext cx="2615184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220 GHz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2578608"/>
            <a:ext cx="5468112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4496" y="2670048"/>
            <a:ext cx="5248656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高频波长较短，作为初始空间分辨率依据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328415"/>
            <a:ext cx="2743200" cy="749808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3419856"/>
            <a:ext cx="2523744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MaxDeltaS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10128" y="3328415"/>
            <a:ext cx="2834640" cy="749808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19856" y="3419856"/>
            <a:ext cx="2615184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0.02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4768" y="3328415"/>
            <a:ext cx="5468112" cy="749808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54496" y="3419856"/>
            <a:ext cx="5248656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相邻自适应轮次S变化判据，不是2%绝对误差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078224"/>
            <a:ext cx="274320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169663"/>
            <a:ext cx="2523744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轮数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10128" y="4078224"/>
            <a:ext cx="28346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19856" y="4169663"/>
            <a:ext cx="2615184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至少3、最多15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44768" y="4078224"/>
            <a:ext cx="5468112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54496" y="4169663"/>
            <a:ext cx="5248656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达到最大轮数不等于收敛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828031"/>
            <a:ext cx="2743200" cy="749808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" y="4919471"/>
            <a:ext cx="2523744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连续收敛轮数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10128" y="4828031"/>
            <a:ext cx="2834640" cy="749808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19856" y="4919471"/>
            <a:ext cx="2615184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44768" y="4828031"/>
            <a:ext cx="5468112" cy="749808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54496" y="4919471"/>
            <a:ext cx="5248656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要求变化连续满足判据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5879592"/>
            <a:ext cx="11109960" cy="438912"/>
          </a:xfrm>
          <a:prstGeom prst="rect">
            <a:avLst/>
          </a:prstGeom>
          <a:solidFill>
            <a:srgbClr val="E5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2" y="5943600"/>
            <a:ext cx="1078992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87F8C"/>
                </a:solidFill>
                <a:latin typeface="Noto Sans CJK SC"/>
              </a:defRPr>
            </a:pPr>
            <a:r>
              <a:t>220 GHz网格收敛不保证每个低频窄谐振均精确；关键频率仍需复核。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10058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87F8C"/>
                </a:solidFill>
                <a:latin typeface="Noto Sans CJK SC"/>
              </a:defRPr>
            </a:pPr>
            <a:r>
              <a:t>已有证据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48640"/>
            <a:ext cx="112471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3248"/>
                </a:solidFill>
                <a:latin typeface="Noto Sans CJK SC"/>
              </a:defRPr>
            </a:pPr>
            <a:r>
              <a:t>用户基线：收敛通过，但不等于已复现论文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63624"/>
            <a:ext cx="11247120" cy="12801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01384"/>
            <a:ext cx="10698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67080"/>
                </a:solidFill>
                <a:latin typeface="Noto Sans CJK SC"/>
              </a:defRPr>
            </a:pPr>
            <a:r>
              <a:t>来源：本会话用户上传的HFSS收敛截图；数值为截图读数，不是求解日志解析。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64808"/>
            <a:ext cx="5943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67080"/>
                </a:solidFill>
                <a:latin typeface="Noto Sans CJK SC"/>
              </a:defRPr>
            </a:pPr>
            <a:r>
              <a:t>28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828800"/>
            <a:ext cx="2468880" cy="731520"/>
          </a:xfrm>
          <a:prstGeom prst="rect">
            <a:avLst/>
          </a:prstGeom>
          <a:solidFill>
            <a:srgbClr val="18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1920240"/>
            <a:ext cx="2249424" cy="6217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Noto Sans CJK SC"/>
              </a:defRPr>
            </a:pPr>
            <a:r>
              <a:t>自适应轮次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35808" y="1828800"/>
            <a:ext cx="3017520" cy="731520"/>
          </a:xfrm>
          <a:prstGeom prst="rect">
            <a:avLst/>
          </a:prstGeom>
          <a:solidFill>
            <a:srgbClr val="18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45536" y="1920240"/>
            <a:ext cx="2798063" cy="6217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Noto Sans CJK SC"/>
              </a:defRPr>
            </a:pPr>
            <a:r>
              <a:t>Max |ΔS|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53328" y="1828800"/>
            <a:ext cx="5559552" cy="731520"/>
          </a:xfrm>
          <a:prstGeom prst="rect">
            <a:avLst/>
          </a:prstGeom>
          <a:solidFill>
            <a:srgbClr val="18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63056" y="1920240"/>
            <a:ext cx="5340096" cy="6217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Noto Sans CJK SC"/>
              </a:defRPr>
            </a:pPr>
            <a:r>
              <a:t>判断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560320"/>
            <a:ext cx="246888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651760"/>
            <a:ext cx="2249424" cy="6217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35808" y="2560320"/>
            <a:ext cx="301752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45536" y="2651760"/>
            <a:ext cx="2798063" cy="6217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N/A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53328" y="2560320"/>
            <a:ext cx="5559552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63056" y="2651760"/>
            <a:ext cx="5340096" cy="6217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没有上一轮可比较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291840"/>
            <a:ext cx="2468880" cy="731520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3383280"/>
            <a:ext cx="2249424" cy="6217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35808" y="3291840"/>
            <a:ext cx="3017520" cy="731520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45536" y="3383280"/>
            <a:ext cx="2798063" cy="6217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约0.02137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53328" y="3291840"/>
            <a:ext cx="5559552" cy="731520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63056" y="3383280"/>
            <a:ext cx="5340096" cy="6217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略高于0.02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023360"/>
            <a:ext cx="246888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114800"/>
            <a:ext cx="2249424" cy="6217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35808" y="4023360"/>
            <a:ext cx="301752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45536" y="4114800"/>
            <a:ext cx="2798063" cy="6217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约0.00731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53328" y="4023360"/>
            <a:ext cx="5559552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63056" y="4114800"/>
            <a:ext cx="5340096" cy="6217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满足判据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754880"/>
            <a:ext cx="2468880" cy="731520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" y="4846320"/>
            <a:ext cx="2249424" cy="6217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35808" y="4754880"/>
            <a:ext cx="3017520" cy="731520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45536" y="4846320"/>
            <a:ext cx="2798063" cy="6217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约0.00400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53328" y="4754880"/>
            <a:ext cx="5559552" cy="731520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63056" y="4846320"/>
            <a:ext cx="5340096" cy="6217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连续满足；界面显示CONVERGED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5879592"/>
            <a:ext cx="11109960" cy="438912"/>
          </a:xfrm>
          <a:prstGeom prst="rect">
            <a:avLst/>
          </a:prstGeom>
          <a:solidFill>
            <a:srgbClr val="E5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2" y="5943600"/>
            <a:ext cx="1078992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87F8C"/>
                </a:solidFill>
                <a:latin typeface="Noto Sans CJK SC"/>
              </a:defRPr>
            </a:pPr>
            <a:r>
              <a:t>这只证明旧模型的该自适应设置满足判据；新版还没有这样的求解证据。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10058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87F8C"/>
                </a:solidFill>
                <a:latin typeface="Noto Sans CJK SC"/>
              </a:defRPr>
            </a:pPr>
            <a:r>
              <a:t>HFSS扫频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48640"/>
            <a:ext cx="112471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3248"/>
                </a:solidFill>
                <a:latin typeface="Noto Sans CJK SC"/>
              </a:defRPr>
            </a:pPr>
            <a:r>
              <a:t>两种扫频各做什么？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63624"/>
            <a:ext cx="11247120" cy="12801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01384"/>
            <a:ext cx="10698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67080"/>
                </a:solidFill>
                <a:latin typeface="Noto Sans CJK SC"/>
              </a:defRPr>
            </a:pPr>
            <a:r>
              <a:t>依据：用户提供论文 arXiv:2603.03554v3；解释见备注。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64808"/>
            <a:ext cx="5943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67080"/>
                </a:solidFill>
                <a:latin typeface="Noto Sans CJK SC"/>
              </a:defRPr>
            </a:pPr>
            <a: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10512"/>
            <a:ext cx="3535680" cy="3785615"/>
          </a:xfrm>
          <a:prstGeom prst="roundRect">
            <a:avLst/>
          </a:prstGeom>
          <a:solidFill>
            <a:srgbClr val="FFFFFF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31699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插值扫频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16352"/>
            <a:ext cx="3169920" cy="2560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100–220 GHz，输出241点。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求解器选择部分频点建立近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似；0.5 GHz是输出间隔，不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代表逐点求解。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2920" y="1810512"/>
            <a:ext cx="3535680" cy="3785615"/>
          </a:xfrm>
          <a:prstGeom prst="roundRect">
            <a:avLst/>
          </a:prstGeom>
          <a:solidFill>
            <a:srgbClr val="FFFFFF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5800" y="2011680"/>
            <a:ext cx="31699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离散核查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5800" y="2816352"/>
            <a:ext cx="3169920" cy="2560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原设100、110…220 GHz共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13点；之后用户加密155–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170 GHz、间隔1 GHz。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7200" y="1810512"/>
            <a:ext cx="3535680" cy="3785615"/>
          </a:xfrm>
          <a:prstGeom prst="roundRect">
            <a:avLst/>
          </a:prstGeom>
          <a:solidFill>
            <a:srgbClr val="FFFFFF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0080" y="2011680"/>
            <a:ext cx="31699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关键频率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0080" y="2816352"/>
            <a:ext cx="3169920" cy="2560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旧模型162 GHz附近离散低谷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约−16.2 dB，与插值趋势接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近；不能推广为所有变体已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核查。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10058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87F8C"/>
                </a:solidFill>
                <a:latin typeface="Noto Sans CJK SC"/>
              </a:defRPr>
            </a:pPr>
            <a:r>
              <a:t>结果解读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48640"/>
            <a:ext cx="112471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3248"/>
                </a:solidFill>
                <a:latin typeface="Noto Sans CJK SC"/>
              </a:defRPr>
            </a:pPr>
            <a:r>
              <a:t>怎样读S11与Zin：三条曲线要互相解释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63624"/>
            <a:ext cx="11247120" cy="12801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01384"/>
            <a:ext cx="10698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67080"/>
                </a:solidFill>
                <a:latin typeface="Noto Sans CJK SC"/>
              </a:defRPr>
            </a:pPr>
            <a:r>
              <a:t>依据：用户提供论文 arXiv:2603.03554v3；解释见备注。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64808"/>
            <a:ext cx="5943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67080"/>
                </a:solidFill>
                <a:latin typeface="Noto Sans CJK SC"/>
              </a:defRPr>
            </a:pPr>
            <a: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47088"/>
            <a:ext cx="1078992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76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87F8C"/>
                </a:solidFill>
                <a:latin typeface="Noto Sans CJK SC"/>
              </a:defRPr>
            </a:pPr>
            <a:r>
              <a:t>Γ = (Zin − Rref) / (Zin + Rref)，S11,dB = 20 log₁₀|Γ|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788920"/>
            <a:ext cx="274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788920"/>
            <a:ext cx="10479024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3248"/>
                </a:solidFill>
                <a:latin typeface="Noto Sans CJK SC"/>
              </a:defRPr>
            </a:pPr>
            <a:r>
              <a:t>同端口、同参考面、同终端且Rref为实数时，Zin = Rref(1+Γ)/(1−Γ)。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749039"/>
            <a:ext cx="274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3749039"/>
            <a:ext cx="10479024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3248"/>
                </a:solidFill>
                <a:latin typeface="Noto Sans CJK SC"/>
              </a:defRPr>
            </a:pPr>
            <a:r>
              <a:t>当前Rref=1000 Ω。较好的匹配通常要求实部靠近1000 Ω、虚部接近0。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709160"/>
            <a:ext cx="274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4709160"/>
            <a:ext cx="10479024" cy="850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3248"/>
                </a:solidFill>
                <a:latin typeface="Noto Sans CJK SC"/>
              </a:defRPr>
            </a:pPr>
            <a:r>
              <a:t>−10 dB约为10%反射功率；1−|S11|²是净接受比例，不是石墨烯吸收率或辐射效率。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879592"/>
            <a:ext cx="11109960" cy="438912"/>
          </a:xfrm>
          <a:prstGeom prst="rect">
            <a:avLst/>
          </a:prstGeom>
          <a:solidFill>
            <a:srgbClr val="E5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5943600"/>
            <a:ext cx="1078992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87F8C"/>
                </a:solidFill>
                <a:latin typeface="Noto Sans CJK SC"/>
              </a:defRPr>
            </a:pPr>
            <a:r>
              <a:t>HFSS阻抗通常以Ω显示；论文图2d用kΩ，比较前先统一单位。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10058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87F8C"/>
                </a:solidFill>
                <a:latin typeface="Noto Sans CJK SC"/>
              </a:defRPr>
            </a:pPr>
            <a:r>
              <a:t>用户CSV分析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48640"/>
            <a:ext cx="112471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3248"/>
                </a:solidFill>
                <a:latin typeface="Noto Sans CJK SC"/>
              </a:defRPr>
            </a:pPr>
            <a:r>
              <a:t>槽长扫描：高频低谷移动，同时逐渐变浅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63624"/>
            <a:ext cx="11247120" cy="12801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01384"/>
            <a:ext cx="10698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67080"/>
                </a:solidFill>
                <a:latin typeface="Noto Sans CJK SC"/>
              </a:defRPr>
            </a:pPr>
            <a:r>
              <a:t>来源：用户 s11 SLOT.csv；旧矩形地模型；7组×241点，100–220 GHz。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64808"/>
            <a:ext cx="5943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67080"/>
                </a:solidFill>
                <a:latin typeface="Noto Sans CJK SC"/>
              </a:defRPr>
            </a:pPr>
            <a:r>
              <a:t>31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810512"/>
          <a:ext cx="10927080" cy="391363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502920" y="5879592"/>
            <a:ext cx="11109960" cy="438912"/>
          </a:xfrm>
          <a:prstGeom prst="rect">
            <a:avLst/>
          </a:prstGeom>
          <a:solidFill>
            <a:srgbClr val="E5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5943600"/>
            <a:ext cx="1078992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87F8C"/>
                </a:solidFill>
                <a:latin typeface="Noto Sans CJK SC"/>
              </a:defRPr>
            </a:pPr>
            <a:r>
              <a:t>横轴：频率/GHz；纵轴：S11/dB。该图是用户旧模型结果，不是论文或新版结果。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10058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87F8C"/>
                </a:solidFill>
                <a:latin typeface="Noto Sans CJK SC"/>
              </a:defRPr>
            </a:pPr>
            <a:r>
              <a:t>用户CSV分析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48640"/>
            <a:ext cx="112471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3248"/>
                </a:solidFill>
                <a:latin typeface="Noto Sans CJK SC"/>
              </a:defRPr>
            </a:pPr>
            <a:r>
              <a:t>七组数据：分别记录目标分支与130 GHz处表现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63624"/>
            <a:ext cx="11247120" cy="12801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01384"/>
            <a:ext cx="10698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67080"/>
                </a:solidFill>
                <a:latin typeface="Noto Sans CJK SC"/>
              </a:defRPr>
            </a:pPr>
            <a:r>
              <a:t>来源：s11 SLOT.csv；高频分支按140–200 GHz局部低谷跟踪，并非已证明的模式身份。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64808"/>
            <a:ext cx="5943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67080"/>
                </a:solidFill>
                <a:latin typeface="Noto Sans CJK SC"/>
              </a:defRPr>
            </a:pPr>
            <a:r>
              <a:t>32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828800"/>
            <a:ext cx="1828800" cy="438912"/>
          </a:xfrm>
          <a:prstGeom prst="rect">
            <a:avLst/>
          </a:prstGeom>
          <a:solidFill>
            <a:srgbClr val="18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1920240"/>
            <a:ext cx="1609344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Noto Sans CJK SC"/>
              </a:defRPr>
            </a:pPr>
            <a:r>
              <a:t>槽长/μm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95728" y="1828800"/>
            <a:ext cx="3108960" cy="438912"/>
          </a:xfrm>
          <a:prstGeom prst="rect">
            <a:avLst/>
          </a:prstGeom>
          <a:solidFill>
            <a:srgbClr val="18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05456" y="1920240"/>
            <a:ext cx="2889504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Noto Sans CJK SC"/>
              </a:defRPr>
            </a:pPr>
            <a:r>
              <a:t>高频分支低谷/GHz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04688" y="1828800"/>
            <a:ext cx="3017520" cy="438912"/>
          </a:xfrm>
          <a:prstGeom prst="rect">
            <a:avLst/>
          </a:prstGeom>
          <a:solidFill>
            <a:srgbClr val="18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14416" y="1920240"/>
            <a:ext cx="2798063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Noto Sans CJK SC"/>
              </a:defRPr>
            </a:pPr>
            <a:r>
              <a:t>该低谷S11/dB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2208" y="1828800"/>
            <a:ext cx="3090672" cy="438912"/>
          </a:xfrm>
          <a:prstGeom prst="rect">
            <a:avLst/>
          </a:prstGeom>
          <a:solidFill>
            <a:srgbClr val="18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31936" y="1920240"/>
            <a:ext cx="2871215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Noto Sans CJK SC"/>
              </a:defRPr>
            </a:pPr>
            <a:r>
              <a:t>130 GHz处S11/dB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267712"/>
            <a:ext cx="18288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2359152"/>
            <a:ext cx="1609344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248"/>
                </a:solidFill>
                <a:latin typeface="Noto Sans CJK SC"/>
              </a:defRPr>
            </a:pPr>
            <a:r>
              <a:t>220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95728" y="2267712"/>
            <a:ext cx="31089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05456" y="2359152"/>
            <a:ext cx="2889504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248"/>
                </a:solidFill>
                <a:latin typeface="Noto Sans CJK SC"/>
              </a:defRPr>
            </a:pPr>
            <a:r>
              <a:t>170.0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04688" y="2267712"/>
            <a:ext cx="30175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14416" y="2359152"/>
            <a:ext cx="2798063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248"/>
                </a:solidFill>
                <a:latin typeface="Noto Sans CJK SC"/>
              </a:defRPr>
            </a:pPr>
            <a:r>
              <a:t>-31.17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22208" y="2267712"/>
            <a:ext cx="3090672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31936" y="2359152"/>
            <a:ext cx="2871215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248"/>
                </a:solidFill>
                <a:latin typeface="Noto Sans CJK SC"/>
              </a:defRPr>
            </a:pPr>
            <a:r>
              <a:t>-2.37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2706624"/>
            <a:ext cx="1828800" cy="438912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2798064"/>
            <a:ext cx="1609344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248"/>
                </a:solidFill>
                <a:latin typeface="Noto Sans CJK SC"/>
              </a:defRPr>
            </a:pPr>
            <a:r>
              <a:t>240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95728" y="2706624"/>
            <a:ext cx="3108960" cy="438912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05456" y="2798064"/>
            <a:ext cx="2889504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248"/>
                </a:solidFill>
                <a:latin typeface="Noto Sans CJK SC"/>
              </a:defRPr>
            </a:pPr>
            <a:r>
              <a:t>166.0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04688" y="2706624"/>
            <a:ext cx="3017520" cy="438912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14416" y="2798064"/>
            <a:ext cx="2798063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248"/>
                </a:solidFill>
                <a:latin typeface="Noto Sans CJK SC"/>
              </a:defRPr>
            </a:pPr>
            <a:r>
              <a:t>-20.90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22208" y="2706624"/>
            <a:ext cx="3090672" cy="438912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31936" y="2798064"/>
            <a:ext cx="2871215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248"/>
                </a:solidFill>
                <a:latin typeface="Noto Sans CJK SC"/>
              </a:defRPr>
            </a:pPr>
            <a:r>
              <a:t>-2.40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3145536"/>
            <a:ext cx="18288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" y="3236976"/>
            <a:ext cx="1609344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248"/>
                </a:solidFill>
                <a:latin typeface="Noto Sans CJK SC"/>
              </a:defRPr>
            </a:pPr>
            <a:r>
              <a:t>260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95728" y="3145536"/>
            <a:ext cx="31089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05456" y="3236976"/>
            <a:ext cx="2889504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248"/>
                </a:solidFill>
                <a:latin typeface="Noto Sans CJK SC"/>
              </a:defRPr>
            </a:pPr>
            <a:r>
              <a:t>162.0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04688" y="3145536"/>
            <a:ext cx="30175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14416" y="3236976"/>
            <a:ext cx="2798063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248"/>
                </a:solidFill>
                <a:latin typeface="Noto Sans CJK SC"/>
              </a:defRPr>
            </a:pPr>
            <a:r>
              <a:t>-15.83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22208" y="3145536"/>
            <a:ext cx="3090672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31936" y="3236976"/>
            <a:ext cx="2871215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248"/>
                </a:solidFill>
                <a:latin typeface="Noto Sans CJK SC"/>
              </a:defRPr>
            </a:pPr>
            <a:r>
              <a:t>-3.14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3584448"/>
            <a:ext cx="1828800" cy="438912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6656" y="3675887"/>
            <a:ext cx="1609344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248"/>
                </a:solidFill>
                <a:latin typeface="Noto Sans CJK SC"/>
              </a:defRPr>
            </a:pPr>
            <a:r>
              <a:t>280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395728" y="3584448"/>
            <a:ext cx="3108960" cy="438912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05456" y="3675887"/>
            <a:ext cx="2889504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248"/>
                </a:solidFill>
                <a:latin typeface="Noto Sans CJK SC"/>
              </a:defRPr>
            </a:pPr>
            <a:r>
              <a:t>157.5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04688" y="3584448"/>
            <a:ext cx="3017520" cy="438912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14416" y="3675887"/>
            <a:ext cx="2798063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248"/>
                </a:solidFill>
                <a:latin typeface="Noto Sans CJK SC"/>
              </a:defRPr>
            </a:pPr>
            <a:r>
              <a:t>-12.52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22208" y="3584448"/>
            <a:ext cx="3090672" cy="438912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31936" y="3675887"/>
            <a:ext cx="2871215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248"/>
                </a:solidFill>
                <a:latin typeface="Noto Sans CJK SC"/>
              </a:defRPr>
            </a:pPr>
            <a:r>
              <a:t>-3.74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4023360"/>
            <a:ext cx="18288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6656" y="4114800"/>
            <a:ext cx="1609344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248"/>
                </a:solidFill>
                <a:latin typeface="Noto Sans CJK SC"/>
              </a:defRPr>
            </a:pPr>
            <a:r>
              <a:t>300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395728" y="4023360"/>
            <a:ext cx="31089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505456" y="4114800"/>
            <a:ext cx="2889504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248"/>
                </a:solidFill>
                <a:latin typeface="Noto Sans CJK SC"/>
              </a:defRPr>
            </a:pPr>
            <a:r>
              <a:t>153.0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04688" y="4023360"/>
            <a:ext cx="30175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14416" y="4114800"/>
            <a:ext cx="2798063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248"/>
                </a:solidFill>
                <a:latin typeface="Noto Sans CJK SC"/>
              </a:defRPr>
            </a:pPr>
            <a:r>
              <a:t>-10.16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22208" y="4023360"/>
            <a:ext cx="3090672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31936" y="4114800"/>
            <a:ext cx="2871215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248"/>
                </a:solidFill>
                <a:latin typeface="Noto Sans CJK SC"/>
              </a:defRPr>
            </a:pPr>
            <a:r>
              <a:t>-4.71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6928" y="4462272"/>
            <a:ext cx="1828800" cy="438912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76656" y="4553712"/>
            <a:ext cx="1609344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248"/>
                </a:solidFill>
                <a:latin typeface="Noto Sans CJK SC"/>
              </a:defRPr>
            </a:pPr>
            <a:r>
              <a:t>320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395728" y="4462272"/>
            <a:ext cx="3108960" cy="438912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505456" y="4553712"/>
            <a:ext cx="2889504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248"/>
                </a:solidFill>
                <a:latin typeface="Noto Sans CJK SC"/>
              </a:defRPr>
            </a:pPr>
            <a:r>
              <a:t>149.0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04688" y="4462272"/>
            <a:ext cx="3017520" cy="438912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614416" y="4553712"/>
            <a:ext cx="2798063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248"/>
                </a:solidFill>
                <a:latin typeface="Noto Sans CJK SC"/>
              </a:defRPr>
            </a:pPr>
            <a:r>
              <a:t>-8.31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522208" y="4462272"/>
            <a:ext cx="3090672" cy="438912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631936" y="4553712"/>
            <a:ext cx="2871215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248"/>
                </a:solidFill>
                <a:latin typeface="Noto Sans CJK SC"/>
              </a:defRPr>
            </a:pPr>
            <a:r>
              <a:t>-5.52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6928" y="4901183"/>
            <a:ext cx="18288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76656" y="4992623"/>
            <a:ext cx="1609344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248"/>
                </a:solidFill>
                <a:latin typeface="Noto Sans CJK SC"/>
              </a:defRPr>
            </a:pPr>
            <a:r>
              <a:t>340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395728" y="4901183"/>
            <a:ext cx="31089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505456" y="4992623"/>
            <a:ext cx="2889504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248"/>
                </a:solidFill>
                <a:latin typeface="Noto Sans CJK SC"/>
              </a:defRPr>
            </a:pPr>
            <a:r>
              <a:t>144.5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504688" y="4901183"/>
            <a:ext cx="30175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614416" y="4992623"/>
            <a:ext cx="2798063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248"/>
                </a:solidFill>
                <a:latin typeface="Noto Sans CJK SC"/>
              </a:defRPr>
            </a:pPr>
            <a:r>
              <a:t>-6.69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522208" y="4901183"/>
            <a:ext cx="3090672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631936" y="4992623"/>
            <a:ext cx="2871215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248"/>
                </a:solidFill>
                <a:latin typeface="Noto Sans CJK SC"/>
              </a:defRPr>
            </a:pPr>
            <a:r>
              <a:t>-6.26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02920" y="5879592"/>
            <a:ext cx="11109960" cy="438912"/>
          </a:xfrm>
          <a:prstGeom prst="rect">
            <a:avLst/>
          </a:prstGeom>
          <a:solidFill>
            <a:srgbClr val="E5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67512" y="5943600"/>
            <a:ext cx="1078992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87F8C"/>
                </a:solidFill>
                <a:latin typeface="Noto Sans CJK SC"/>
              </a:defRPr>
            </a:pPr>
            <a:r>
              <a:t>220→340 μm：低谷170→144.5 GHz，但其S11由−31.17→−6.69 dB。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10058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87F8C"/>
                </a:solidFill>
                <a:latin typeface="Noto Sans CJK SC"/>
              </a:defRPr>
            </a:pPr>
            <a:r>
              <a:t>用户CSV分析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48640"/>
            <a:ext cx="112471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3248"/>
                </a:solidFill>
                <a:latin typeface="Noto Sans CJK SC"/>
              </a:defRPr>
            </a:pPr>
            <a:r>
              <a:t>340 μm的“全局最小值”已经换了分支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63624"/>
            <a:ext cx="11247120" cy="12801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01384"/>
            <a:ext cx="10698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67080"/>
                </a:solidFill>
                <a:latin typeface="Noto Sans CJK SC"/>
              </a:defRPr>
            </a:pPr>
            <a:r>
              <a:t>来源：s11 SLOT.csv；各频率为0.5 GHz导出网格上的局部最低采样点。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64808"/>
            <a:ext cx="5943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67080"/>
                </a:solidFill>
                <a:latin typeface="Noto Sans CJK SC"/>
              </a:defRPr>
            </a:pPr>
            <a:r>
              <a:t>33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94360" y="1810512"/>
          <a:ext cx="6995160" cy="3886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863840" y="2057400"/>
            <a:ext cx="274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87F8C"/>
                </a:solidFill>
                <a:latin typeface="Noto Sans CJK SC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74736" y="2057400"/>
            <a:ext cx="3346704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340 μm：129.5 GHz约−6.79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dB。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3081528"/>
            <a:ext cx="274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87F8C"/>
                </a:solidFill>
                <a:latin typeface="Noto Sans CJK SC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74736" y="3081528"/>
            <a:ext cx="3346704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同组另一低谷：144.5 GHz约−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6.69 dB。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4105656"/>
            <a:ext cx="274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87F8C"/>
                </a:solidFill>
                <a:latin typeface="Noto Sans CJK SC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4736" y="4105656"/>
            <a:ext cx="3346704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分支身份需要场图与电流分布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确认。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879592"/>
            <a:ext cx="11109960" cy="438912"/>
          </a:xfrm>
          <a:prstGeom prst="rect">
            <a:avLst/>
          </a:prstGeom>
          <a:solidFill>
            <a:srgbClr val="E5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5943600"/>
            <a:ext cx="1078992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87F8C"/>
                </a:solidFill>
                <a:latin typeface="Noto Sans CJK SC"/>
              </a:defRPr>
            </a:pPr>
            <a:r>
              <a:t>图横轴：槽长/μm；纵轴：低谷频率/GHz。不能把所有全局最小值连成同一个模式。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10058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87F8C"/>
                </a:solidFill>
                <a:latin typeface="Noto Sans CJK SC"/>
              </a:defRPr>
            </a:pPr>
            <a:r>
              <a:t>诊断方法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48640"/>
            <a:ext cx="112471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3248"/>
                </a:solidFill>
                <a:latin typeface="Noto Sans CJK SC"/>
              </a:defRPr>
            </a:pPr>
            <a:r>
              <a:t>怎样判断低谷来自双槽，还是来自读出网络？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63624"/>
            <a:ext cx="11247120" cy="12801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01384"/>
            <a:ext cx="10698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67080"/>
                </a:solidFill>
                <a:latin typeface="Noto Sans CJK SC"/>
              </a:defRPr>
            </a:pPr>
            <a:r>
              <a:t>依据：用户提供论文 arXiv:2603.03554v3；解释见备注。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64808"/>
            <a:ext cx="5943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67080"/>
                </a:solidFill>
                <a:latin typeface="Noto Sans CJK SC"/>
              </a:defRPr>
            </a:pPr>
            <a:r>
              <a:t>34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828800"/>
            <a:ext cx="2011680" cy="859536"/>
          </a:xfrm>
          <a:prstGeom prst="rect">
            <a:avLst/>
          </a:prstGeom>
          <a:solidFill>
            <a:srgbClr val="18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1920240"/>
            <a:ext cx="1792224" cy="7498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检查量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828800"/>
            <a:ext cx="4434840" cy="859536"/>
          </a:xfrm>
          <a:prstGeom prst="rect">
            <a:avLst/>
          </a:prstGeom>
          <a:solidFill>
            <a:srgbClr val="18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88336" y="1920240"/>
            <a:ext cx="4215383" cy="7498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双槽主导的可能表现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13448" y="1828800"/>
            <a:ext cx="4599432" cy="859536"/>
          </a:xfrm>
          <a:prstGeom prst="rect">
            <a:avLst/>
          </a:prstGeom>
          <a:solidFill>
            <a:srgbClr val="18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23176" y="1920240"/>
            <a:ext cx="4379976" cy="7498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读出/扼流主导的可能表现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688336"/>
            <a:ext cx="2011680" cy="8595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779776"/>
            <a:ext cx="1792224" cy="7498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场与表面电流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2688336"/>
            <a:ext cx="4434840" cy="8595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88336" y="2779776"/>
            <a:ext cx="4215383" cy="7498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槽边、馈点附近变化显著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13448" y="2688336"/>
            <a:ext cx="4599432" cy="8595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23176" y="2779776"/>
            <a:ext cx="4379976" cy="7498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宽窄段或焊盘处强驻波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547872"/>
            <a:ext cx="2011680" cy="859536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3639312"/>
            <a:ext cx="1792224" cy="7498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参数敏感性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3547872"/>
            <a:ext cx="4434840" cy="859536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88336" y="3639312"/>
            <a:ext cx="4215383" cy="7498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槽长、槽距变化影响较大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13448" y="3547872"/>
            <a:ext cx="4599432" cy="859536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23176" y="3639312"/>
            <a:ext cx="4379976" cy="7498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段长、焊盘或IF终端变化敏感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407408"/>
            <a:ext cx="2011680" cy="8595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498848"/>
            <a:ext cx="1792224" cy="7498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功率去向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4407408"/>
            <a:ext cx="4434840" cy="8595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88336" y="4498848"/>
            <a:ext cx="4215383" cy="7498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辐射/敏感区耦合占比变化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13448" y="4407408"/>
            <a:ext cx="4599432" cy="8595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23176" y="4498848"/>
            <a:ext cx="4379976" cy="7498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沿线泄漏或衬底损耗显著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879592"/>
            <a:ext cx="11109960" cy="438912"/>
          </a:xfrm>
          <a:prstGeom prst="rect">
            <a:avLst/>
          </a:prstGeom>
          <a:solidFill>
            <a:srgbClr val="E5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" y="5943600"/>
            <a:ext cx="1078992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87F8C"/>
                </a:solidFill>
                <a:latin typeface="Noto Sans CJK SC"/>
              </a:defRPr>
            </a:pPr>
            <a:r>
              <a:t>这些是诊断线索，不是仅凭一张S11图即可确定的模式结论。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10058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87F8C"/>
                </a:solidFill>
                <a:latin typeface="Noto Sans CJK SC"/>
              </a:defRPr>
            </a:pPr>
            <a:r>
              <a:t>参数研究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48640"/>
            <a:ext cx="112471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3248"/>
                </a:solidFill>
                <a:latin typeface="Noto Sans CJK SC"/>
              </a:defRPr>
            </a:pPr>
            <a:r>
              <a:t>下一轮扫参：先核对结构，再控制变量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63624"/>
            <a:ext cx="11247120" cy="12801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01384"/>
            <a:ext cx="10698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67080"/>
                </a:solidFill>
                <a:latin typeface="Noto Sans CJK SC"/>
              </a:defRPr>
            </a:pPr>
            <a:r>
              <a:t>依据：用户提供论文 arXiv:2603.03554v3；解释见备注。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64808"/>
            <a:ext cx="5943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67080"/>
                </a:solidFill>
                <a:latin typeface="Noto Sans CJK SC"/>
              </a:defRPr>
            </a:pPr>
            <a:r>
              <a:t>35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828800"/>
            <a:ext cx="2011680" cy="749808"/>
          </a:xfrm>
          <a:prstGeom prst="rect">
            <a:avLst/>
          </a:prstGeom>
          <a:solidFill>
            <a:srgbClr val="18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1920240"/>
            <a:ext cx="1792224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阶段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828800"/>
            <a:ext cx="4206240" cy="749808"/>
          </a:xfrm>
          <a:prstGeom prst="rect">
            <a:avLst/>
          </a:prstGeom>
          <a:solidFill>
            <a:srgbClr val="18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88336" y="1920240"/>
            <a:ext cx="3986783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变量/条件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84848" y="1828800"/>
            <a:ext cx="4828032" cy="749808"/>
          </a:xfrm>
          <a:prstGeom prst="rect">
            <a:avLst/>
          </a:prstGeom>
          <a:solidFill>
            <a:srgbClr val="18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94576" y="1920240"/>
            <a:ext cx="4608576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目的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578608"/>
            <a:ext cx="201168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670048"/>
            <a:ext cx="1792224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结构基准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2578608"/>
            <a:ext cx="42062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88336" y="2670048"/>
            <a:ext cx="3986783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固定原图重建轮廓与材料假设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84848" y="2578608"/>
            <a:ext cx="4828032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94576" y="2670048"/>
            <a:ext cx="4608576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建立新版独立基线，不沿用旧模型结果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328415"/>
            <a:ext cx="2011680" cy="749808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3419856"/>
            <a:ext cx="1792224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几何敏感性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3328415"/>
            <a:ext cx="4206240" cy="749808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88336" y="3419856"/>
            <a:ext cx="3986783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槽长、槽距、馈点距离分别扫描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84848" y="3328415"/>
            <a:ext cx="4828032" cy="749808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94576" y="3419856"/>
            <a:ext cx="4608576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跟踪分支与阻抗变化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078224"/>
            <a:ext cx="201168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169663"/>
            <a:ext cx="1792224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网络影响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78608" y="4078224"/>
            <a:ext cx="42062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88336" y="4169663"/>
            <a:ext cx="3986783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扼流段长度、IF开路/实际终端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84848" y="4078224"/>
            <a:ext cx="4828032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94576" y="4169663"/>
            <a:ext cx="4608576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识别网络谐振和负载牵引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828031"/>
            <a:ext cx="2011680" cy="749808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" y="4919471"/>
            <a:ext cx="1792224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模型稳健性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8608" y="4828031"/>
            <a:ext cx="4206240" cy="749808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88336" y="4919471"/>
            <a:ext cx="3986783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网格、边界、损耗、衬底条件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84848" y="4828031"/>
            <a:ext cx="4828032" cy="749808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94576" y="4919471"/>
            <a:ext cx="4608576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区分物理变化与数值/假设影响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10058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87F8C"/>
                </a:solidFill>
                <a:latin typeface="Noto Sans CJK SC"/>
              </a:defRPr>
            </a:pPr>
            <a:r>
              <a:t>多物理场扩展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48640"/>
            <a:ext cx="112471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3248"/>
                </a:solidFill>
                <a:latin typeface="Noto Sans CJK SC"/>
              </a:defRPr>
            </a:pPr>
            <a:r>
              <a:t>完整探测性能：把电磁吸收传给热电模型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63624"/>
            <a:ext cx="11247120" cy="12801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01384"/>
            <a:ext cx="10698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67080"/>
                </a:solidFill>
                <a:latin typeface="Noto Sans CJK SC"/>
              </a:defRPr>
            </a:pPr>
            <a:r>
              <a:t>依据：用户提供论文 arXiv:2603.03554v3；解释见备注。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64808"/>
            <a:ext cx="5943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67080"/>
                </a:solidFill>
                <a:latin typeface="Noto Sans CJK SC"/>
              </a:defRPr>
            </a:pPr>
            <a:r>
              <a:t>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2434589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395728"/>
            <a:ext cx="214198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87F8C"/>
                </a:solidFill>
                <a:latin typeface="Noto Sans CJK SC"/>
              </a:defRPr>
            </a:pPr>
            <a:r>
              <a:t>电磁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337560"/>
            <a:ext cx="2141982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E场与复电导</a:t>
            </a:r>
          </a:p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→实际吸收热源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2101" y="3127248"/>
            <a:ext cx="274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87F8C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4709" y="2194560"/>
            <a:ext cx="2434589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1013" y="2395728"/>
            <a:ext cx="214198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87F8C"/>
                </a:solidFill>
                <a:latin typeface="Noto Sans CJK SC"/>
              </a:defRPr>
            </a:pPr>
            <a:r>
              <a:t>热学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1013" y="3337560"/>
            <a:ext cx="2141982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扩散与能量弛豫</a:t>
            </a:r>
          </a:p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→电子温度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6731" y="3127248"/>
            <a:ext cx="274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87F8C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9340" y="2194560"/>
            <a:ext cx="2434589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5644" y="2395728"/>
            <a:ext cx="214198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87F8C"/>
                </a:solidFill>
                <a:latin typeface="Noto Sans CJK SC"/>
              </a:defRPr>
            </a:pPr>
            <a:r>
              <a:t>热电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5644" y="3337560"/>
            <a:ext cx="2141982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接触与Seebeck分布</a:t>
            </a:r>
          </a:p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→光电压/电流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1361" y="3127248"/>
            <a:ext cx="274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87F8C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03969" y="2194560"/>
            <a:ext cx="2434589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0274" y="2395728"/>
            <a:ext cx="214198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87F8C"/>
                </a:solidFill>
                <a:latin typeface="Noto Sans CJK SC"/>
              </a:defRPr>
            </a:pPr>
            <a:r>
              <a:t>校准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0274" y="3337560"/>
            <a:ext cx="2141982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入射功率定义</a:t>
            </a:r>
          </a:p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→响应率与NEP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879592"/>
            <a:ext cx="11109960" cy="438912"/>
          </a:xfrm>
          <a:prstGeom prst="rect">
            <a:avLst/>
          </a:prstGeom>
          <a:solidFill>
            <a:srgbClr val="E5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5943600"/>
            <a:ext cx="1078992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87F8C"/>
                </a:solidFill>
                <a:latin typeface="Noto Sans CJK SC"/>
              </a:defRPr>
            </a:pPr>
            <a:r>
              <a:t>Pinc、透镜收集功率、天线接受功率与石墨烯吸收功率不能混用。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10058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87F8C"/>
                </a:solidFill>
                <a:latin typeface="Noto Sans CJK SC"/>
              </a:defRPr>
            </a:pPr>
            <a:r>
              <a:t>高速读出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48640"/>
            <a:ext cx="112471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3248"/>
                </a:solidFill>
                <a:latin typeface="Noto Sans CJK SC"/>
              </a:defRPr>
            </a:pPr>
            <a:r>
              <a:t>“超过43 GHz”还需要一套读出与瞬态验证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63624"/>
            <a:ext cx="11247120" cy="12801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01384"/>
            <a:ext cx="10698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67080"/>
                </a:solidFill>
                <a:latin typeface="Noto Sans CJK SC"/>
              </a:defRPr>
            </a:pPr>
            <a:r>
              <a:t>依据：论文图3、第5页讨论、Methods；文献[25]为作者引用的RC依据。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64808"/>
            <a:ext cx="5943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67080"/>
                </a:solidFill>
                <a:latin typeface="Noto Sans CJK SC"/>
              </a:defRPr>
            </a:pPr>
            <a:r>
              <a:t>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10512"/>
            <a:ext cx="3535680" cy="3785615"/>
          </a:xfrm>
          <a:prstGeom prst="roundRect">
            <a:avLst/>
          </a:prstGeom>
          <a:solidFill>
            <a:srgbClr val="FFFFFF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31699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局部响应速度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16352"/>
            <a:ext cx="3169920" cy="2560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电子冷却与分布式RC。靠近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接触产生响应有望缩短传播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延迟；本文引用文献[25]。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2920" y="1810512"/>
            <a:ext cx="3535680" cy="3785615"/>
          </a:xfrm>
          <a:prstGeom prst="roundRect">
            <a:avLst/>
          </a:prstGeom>
          <a:solidFill>
            <a:srgbClr val="FFFFFF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5800" y="2011680"/>
            <a:ext cx="31699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外部网络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5800" y="2816352"/>
            <a:ext cx="3169920" cy="2560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CPW、焊线、PCB、放大器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和连接器可能限制最终电学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带宽。器件快不等于整机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快。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7200" y="1810512"/>
            <a:ext cx="3535680" cy="3785615"/>
          </a:xfrm>
          <a:prstGeom prst="roundRect">
            <a:avLst/>
          </a:prstGeom>
          <a:solidFill>
            <a:srgbClr val="FFFFFF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0080" y="2011680"/>
            <a:ext cx="31699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差频实验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0080" y="2816352"/>
            <a:ext cx="3169920" cy="2560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扫描IF观察输出响应。实际频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响与仪器链路需校准，不能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用载频S11代替。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10058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87F8C"/>
                </a:solidFill>
                <a:latin typeface="Noto Sans CJK SC"/>
              </a:defRPr>
            </a:pPr>
            <a:r>
              <a:t>验收标准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48640"/>
            <a:ext cx="112471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3248"/>
                </a:solidFill>
                <a:latin typeface="Noto Sans CJK SC"/>
              </a:defRPr>
            </a:pPr>
            <a:r>
              <a:t>什么证据才支持“复现了图2d”？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63624"/>
            <a:ext cx="11247120" cy="12801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01384"/>
            <a:ext cx="10698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67080"/>
                </a:solidFill>
                <a:latin typeface="Noto Sans CJK SC"/>
              </a:defRPr>
            </a:pPr>
            <a:r>
              <a:t>依据：用户提供论文 arXiv:2603.03554v3；解释见备注。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64808"/>
            <a:ext cx="5943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67080"/>
                </a:solidFill>
                <a:latin typeface="Noto Sans CJK SC"/>
              </a:defRPr>
            </a:pPr>
            <a:r>
              <a:t>38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828800"/>
            <a:ext cx="2103120" cy="749808"/>
          </a:xfrm>
          <a:prstGeom prst="rect">
            <a:avLst/>
          </a:prstGeom>
          <a:solidFill>
            <a:srgbClr val="18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1920240"/>
            <a:ext cx="1883663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层级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70048" y="1828800"/>
            <a:ext cx="4663440" cy="749808"/>
          </a:xfrm>
          <a:prstGeom prst="rect">
            <a:avLst/>
          </a:prstGeom>
          <a:solidFill>
            <a:srgbClr val="18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79776" y="1920240"/>
            <a:ext cx="4443983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需要的证据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33488" y="1828800"/>
            <a:ext cx="4279392" cy="749808"/>
          </a:xfrm>
          <a:prstGeom prst="rect">
            <a:avLst/>
          </a:prstGeom>
          <a:solidFill>
            <a:srgbClr val="18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43215" y="1920240"/>
            <a:ext cx="4059935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不能替代它的现象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578608"/>
            <a:ext cx="21031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670048"/>
            <a:ext cx="1883663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几何与条件一致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70048" y="2578608"/>
            <a:ext cx="46634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79776" y="2670048"/>
            <a:ext cx="4443983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尺寸/材料/端口/终端/环境可追溯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33488" y="2578608"/>
            <a:ext cx="4279392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43215" y="2670048"/>
            <a:ext cx="4059935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照片轮廓看起来相近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328415"/>
            <a:ext cx="2103120" cy="749808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3419856"/>
            <a:ext cx="1883663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数值稳定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70048" y="3328415"/>
            <a:ext cx="4663440" cy="749808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79776" y="3419856"/>
            <a:ext cx="4443983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收敛、网格/边界复核、离散点与功率检查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33488" y="3328415"/>
            <a:ext cx="4279392" cy="749808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43215" y="3419856"/>
            <a:ext cx="4059935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一次Validate通过或求解正常结束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078224"/>
            <a:ext cx="21031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169663"/>
            <a:ext cx="1883663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频谱一致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70048" y="4078224"/>
            <a:ext cx="46634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79776" y="4169663"/>
            <a:ext cx="4443983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同端口的ReZ、ImZ与S11整体对比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33488" y="4078224"/>
            <a:ext cx="4279392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43215" y="4169663"/>
            <a:ext cx="4059935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只让一个低谷落在130 GHz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828031"/>
            <a:ext cx="2103120" cy="749808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" y="4919471"/>
            <a:ext cx="1883663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独立可复算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70048" y="4828031"/>
            <a:ext cx="4663440" cy="749808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79776" y="4919471"/>
            <a:ext cx="4443983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保存工程、参数、原始CSV与日志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33488" y="4828031"/>
            <a:ext cx="4279392" cy="749808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43215" y="4919471"/>
            <a:ext cx="4059935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只保留截图或最终拟合参数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10058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87F8C"/>
                </a:solidFill>
                <a:latin typeface="Noto Sans CJK SC"/>
              </a:defRPr>
            </a:pPr>
            <a:r>
              <a:t>执行清单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48640"/>
            <a:ext cx="112471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3248"/>
                </a:solidFill>
                <a:latin typeface="Noto Sans CJK SC"/>
              </a:defRPr>
            </a:pPr>
            <a:r>
              <a:t>当前项目状态与优先工作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63624"/>
            <a:ext cx="11247120" cy="12801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01384"/>
            <a:ext cx="10698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67080"/>
                </a:solidFill>
                <a:latin typeface="Noto Sans CJK SC"/>
              </a:defRPr>
            </a:pPr>
            <a:r>
              <a:t>依据：用户提供论文 arXiv:2603.03554v3；解释见备注。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64808"/>
            <a:ext cx="5943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67080"/>
                </a:solidFill>
                <a:latin typeface="Noto Sans CJK SC"/>
              </a:defRPr>
            </a:pPr>
            <a:r>
              <a:t>39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828800"/>
            <a:ext cx="2560320" cy="749808"/>
          </a:xfrm>
          <a:prstGeom prst="rect">
            <a:avLst/>
          </a:prstGeom>
          <a:solidFill>
            <a:srgbClr val="18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1920240"/>
            <a:ext cx="2340863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Noto Sans CJK SC"/>
              </a:defRPr>
            </a:pPr>
            <a:r>
              <a:t>状态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27248" y="1828800"/>
            <a:ext cx="4297680" cy="749808"/>
          </a:xfrm>
          <a:prstGeom prst="rect">
            <a:avLst/>
          </a:prstGeom>
          <a:solidFill>
            <a:srgbClr val="18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36976" y="1920240"/>
            <a:ext cx="4078224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Noto Sans CJK SC"/>
              </a:defRPr>
            </a:pPr>
            <a:r>
              <a:t>已经具备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24928" y="1828800"/>
            <a:ext cx="4187952" cy="749808"/>
          </a:xfrm>
          <a:prstGeom prst="rect">
            <a:avLst/>
          </a:prstGeom>
          <a:solidFill>
            <a:srgbClr val="18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34656" y="1920240"/>
            <a:ext cx="3968496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Noto Sans CJK SC"/>
              </a:defRPr>
            </a:pPr>
            <a:r>
              <a:t>下一步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578608"/>
            <a:ext cx="25603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670048"/>
            <a:ext cx="2340863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248"/>
                </a:solidFill>
                <a:latin typeface="Noto Sans CJK SC"/>
              </a:defRPr>
            </a:pPr>
            <a:r>
              <a:t>旧模型：已求解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27248" y="2578608"/>
            <a:ext cx="429768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36976" y="2670048"/>
            <a:ext cx="4078224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248"/>
                </a:solidFill>
                <a:latin typeface="Noto Sans CJK SC"/>
              </a:defRPr>
            </a:pPr>
            <a:r>
              <a:t>用户收敛截图与7组槽长CSV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24928" y="2578608"/>
            <a:ext cx="4187952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34656" y="2670048"/>
            <a:ext cx="3968496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248"/>
                </a:solidFill>
                <a:latin typeface="Noto Sans CJK SC"/>
              </a:defRPr>
            </a:pPr>
            <a:r>
              <a:t>保留为基线，停止当作原文版图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328415"/>
            <a:ext cx="2560320" cy="749808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3419856"/>
            <a:ext cx="2340863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248"/>
                </a:solidFill>
                <a:latin typeface="Noto Sans CJK SC"/>
              </a:defRPr>
            </a:pPr>
            <a:r>
              <a:t>新版：结构核对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27248" y="3328415"/>
            <a:ext cx="4297680" cy="749808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36976" y="3419856"/>
            <a:ext cx="4078224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248"/>
                </a:solidFill>
                <a:latin typeface="Noto Sans CJK SC"/>
              </a:defRPr>
            </a:pPr>
            <a:r>
              <a:t>有限GSG轮廓、300nm氧化层、二维连通</a:t>
            </a:r>
          </a:p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248"/>
                </a:solidFill>
                <a:latin typeface="Noto Sans CJK SC"/>
              </a:defRPr>
            </a:pPr>
            <a:r>
              <a:t>检查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24928" y="3328415"/>
            <a:ext cx="4187952" cy="749808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34656" y="3419856"/>
            <a:ext cx="3968496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248"/>
                </a:solidFill>
                <a:latin typeface="Noto Sans CJK SC"/>
              </a:defRPr>
            </a:pPr>
            <a:r>
              <a:t>先在2021 R1建模与求解验证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078224"/>
            <a:ext cx="25603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169663"/>
            <a:ext cx="2340863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248"/>
                </a:solidFill>
                <a:latin typeface="Noto Sans CJK SC"/>
              </a:defRPr>
            </a:pPr>
            <a:r>
              <a:t>物理细化：未完成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27248" y="4078224"/>
            <a:ext cx="429768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36976" y="4169663"/>
            <a:ext cx="4078224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248"/>
                </a:solidFill>
                <a:latin typeface="Noto Sans CJK SC"/>
              </a:defRPr>
            </a:pPr>
            <a:r>
              <a:t>原文部分材料与工艺参数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24928" y="4078224"/>
            <a:ext cx="4187952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34656" y="4169663"/>
            <a:ext cx="3968496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248"/>
                </a:solidFill>
                <a:latin typeface="Noto Sans CJK SC"/>
              </a:defRPr>
            </a:pPr>
            <a:r>
              <a:t>薄膜损耗、真实终端、衬底/透镜敏感性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828031"/>
            <a:ext cx="2560320" cy="749808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" y="4919471"/>
            <a:ext cx="2340863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248"/>
                </a:solidFill>
                <a:latin typeface="Noto Sans CJK SC"/>
              </a:defRPr>
            </a:pPr>
            <a:r>
              <a:t>精确复现：仍受阻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27248" y="4828031"/>
            <a:ext cx="4297680" cy="749808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36976" y="4919471"/>
            <a:ext cx="4078224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248"/>
                </a:solidFill>
                <a:latin typeface="Noto Sans CJK SC"/>
              </a:defRPr>
            </a:pPr>
            <a:r>
              <a:t>正文与显微图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24928" y="4828031"/>
            <a:ext cx="4187952" cy="749808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34656" y="4919471"/>
            <a:ext cx="3968496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3248"/>
                </a:solidFill>
                <a:latin typeface="Noto Sans CJK SC"/>
              </a:defRPr>
            </a:pPr>
            <a:r>
              <a:t>需要作者尺寸/CAD、端口和终端等条件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10058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87F8C"/>
                </a:solidFill>
                <a:latin typeface="Noto Sans CJK SC"/>
              </a:defRPr>
            </a:pPr>
            <a:r>
              <a:t>来源与参考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48640"/>
            <a:ext cx="112471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3248"/>
                </a:solidFill>
                <a:latin typeface="Noto Sans CJK SC"/>
              </a:defRPr>
            </a:pPr>
            <a:r>
              <a:t>参考依据：原文、其引用与用户数据分别使用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63624"/>
            <a:ext cx="11247120" cy="12801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01384"/>
            <a:ext cx="10698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67080"/>
                </a:solidFill>
                <a:latin typeface="Noto Sans CJK SC"/>
              </a:defRPr>
            </a:pPr>
            <a:r>
              <a:t>依据：用户提供论文 arXiv:2603.03554v3；解释见备注。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64808"/>
            <a:ext cx="5943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67080"/>
                </a:solidFill>
                <a:latin typeface="Noto Sans CJK SC"/>
              </a:defRPr>
            </a:pPr>
            <a:r>
              <a:t>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10512"/>
            <a:ext cx="274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87F8C"/>
                </a:solidFill>
                <a:latin typeface="Noto Sans CJK SC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1810512"/>
            <a:ext cx="10479024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248"/>
                </a:solidFill>
                <a:latin typeface="Noto Sans CJK SC"/>
              </a:defRPr>
            </a:pPr>
            <a:r>
              <a:t>主文：Titova等，Graphene Zero-Bias Sub-Terahertz Turnkey Detector with Above 43 GHz Bandwidth，arXiv: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248"/>
                </a:solidFill>
                <a:latin typeface="Noto Sans CJK SC"/>
              </a:defRPr>
            </a:pPr>
            <a:r>
              <a:t>2603.03554v3。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468880"/>
            <a:ext cx="274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87F8C"/>
                </a:solidFill>
                <a:latin typeface="Noto Sans CJK SC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468880"/>
            <a:ext cx="10479024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248"/>
                </a:solidFill>
                <a:latin typeface="Noto Sans CJK SC"/>
              </a:defRPr>
            </a:pPr>
            <a:r>
              <a:t>[19] Semkin等，Advanced Optical Materials 13 (2025)，DOI: 10.1002/adom.202403189；结构化接触与零偏压依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248"/>
                </a:solidFill>
                <a:latin typeface="Noto Sans CJK SC"/>
              </a:defRPr>
            </a:pPr>
            <a:r>
              <a:t>据。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127248"/>
            <a:ext cx="274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87F8C"/>
                </a:solidFill>
                <a:latin typeface="Noto Sans CJK SC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3127248"/>
            <a:ext cx="10479024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248"/>
                </a:solidFill>
                <a:latin typeface="Noto Sans CJK SC"/>
              </a:defRPr>
            </a:pPr>
            <a:r>
              <a:t>[20] Filipovic, Gearhart, Rebeiz，IEEE T-MTT 41, 1738–1749 (1993)；双槽透镜天线依据。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785616"/>
            <a:ext cx="274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87F8C"/>
                </a:solidFill>
                <a:latin typeface="Noto Sans CJK SC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3785616"/>
            <a:ext cx="10479024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248"/>
                </a:solidFill>
                <a:latin typeface="Noto Sans CJK SC"/>
              </a:defRPr>
            </a:pPr>
            <a:r>
              <a:t>[21] Zhang等，IEEE T-THz 1, 378–382 (2011)；探测器与双槽天线耦合背景。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443983"/>
            <a:ext cx="274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87F8C"/>
                </a:solidFill>
                <a:latin typeface="Noto Sans CJK SC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4443983"/>
            <a:ext cx="10479024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248"/>
                </a:solidFill>
                <a:latin typeface="Noto Sans CJK SC"/>
              </a:defRPr>
            </a:pPr>
            <a:r>
              <a:t>[25] Safonov, Svintsov，Response times of two-dimensional photodetectors limited by intrinsic resistance and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248"/>
                </a:solidFill>
                <a:latin typeface="Noto Sans CJK SC"/>
              </a:defRPr>
            </a:pPr>
            <a:r>
              <a:t>capacitance (2025)。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102352"/>
            <a:ext cx="274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87F8C"/>
                </a:solidFill>
                <a:latin typeface="Noto Sans CJK SC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" y="5102352"/>
            <a:ext cx="10479024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83248"/>
                </a:solidFill>
                <a:latin typeface="Noto Sans CJK SC"/>
              </a:defRPr>
            </a:pPr>
            <a:r>
              <a:t>用户数据：s11 SLOT.csv（7组槽长）；本会话HFSS截图。理论式为常规电磁、传输线和热电关系。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10058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87F8C"/>
                </a:solidFill>
                <a:latin typeface="Noto Sans CJK SC"/>
              </a:defRPr>
            </a:pPr>
            <a:r>
              <a:t>论文对照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48640"/>
            <a:ext cx="112471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3248"/>
                </a:solidFill>
                <a:latin typeface="Noto Sans CJK SC"/>
              </a:defRPr>
            </a:pPr>
            <a:r>
              <a:t>附录：对照论文图2，不把不同指标混在一起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63624"/>
            <a:ext cx="11247120" cy="12801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01384"/>
            <a:ext cx="10698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67080"/>
                </a:solidFill>
                <a:latin typeface="Noto Sans CJK SC"/>
              </a:defRPr>
            </a:pPr>
            <a:r>
              <a:t>依据：用户提供论文 arXiv:2603.03554v3；解释见备注。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64808"/>
            <a:ext cx="5943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67080"/>
                </a:solidFill>
                <a:latin typeface="Noto Sans CJK SC"/>
              </a:defRPr>
            </a:pPr>
            <a:r>
              <a:t>41</a:t>
            </a:r>
          </a:p>
        </p:txBody>
      </p:sp>
      <p:pic>
        <p:nvPicPr>
          <p:cNvPr id="8" name="Picture 7" descr="paper_fi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926" y="1737360"/>
            <a:ext cx="6540867" cy="4526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0" y="1920240"/>
            <a:ext cx="274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87F8C"/>
                </a:solidFill>
                <a:latin typeface="Noto Sans CJK SC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1920240"/>
            <a:ext cx="3346704" cy="11247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图2b：响应率与噪声等效功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率。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154680"/>
            <a:ext cx="274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87F8C"/>
                </a:solidFill>
                <a:latin typeface="Noto Sans CJK SC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3154680"/>
            <a:ext cx="3346704" cy="11247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图2c：实测载频响应，包含光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学耦合与器件。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389120"/>
            <a:ext cx="274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87F8C"/>
                </a:solidFill>
                <a:latin typeface="Noto Sans CJK SC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4389120"/>
            <a:ext cx="3346704" cy="11247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图2d：计算的输入阻抗和S参</a:t>
            </a:r>
          </a:p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248"/>
                </a:solidFill>
                <a:latin typeface="Noto Sans CJK SC"/>
              </a:defRPr>
            </a:pPr>
            <a:r>
              <a:t>数；不是完整响应率模型。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64592"/>
            <a:ext cx="10058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87F8C"/>
                </a:solidFill>
                <a:latin typeface="Noto Sans CJK SC"/>
              </a:defRPr>
            </a:pPr>
            <a:r>
              <a:t>操作记录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48640"/>
            <a:ext cx="112471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3248"/>
                </a:solidFill>
                <a:latin typeface="Noto Sans CJK SC"/>
              </a:defRPr>
            </a:pPr>
            <a:r>
              <a:t>附录：保存与导出的最小记录包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63624"/>
            <a:ext cx="11247120" cy="12801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01384"/>
            <a:ext cx="10698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67080"/>
                </a:solidFill>
                <a:latin typeface="Noto Sans CJK SC"/>
              </a:defRPr>
            </a:pPr>
            <a:r>
              <a:t>依据：用户提供论文 arXiv:2603.03554v3；解释见备注。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64808"/>
            <a:ext cx="5943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67080"/>
                </a:solidFill>
                <a:latin typeface="Noto Sans CJK SC"/>
              </a:defRPr>
            </a:pPr>
            <a:r>
              <a:t>42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828800"/>
            <a:ext cx="2468880" cy="749808"/>
          </a:xfrm>
          <a:prstGeom prst="rect">
            <a:avLst/>
          </a:prstGeom>
          <a:solidFill>
            <a:srgbClr val="18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1920240"/>
            <a:ext cx="2249424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文件/截图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35808" y="1828800"/>
            <a:ext cx="4297680" cy="749808"/>
          </a:xfrm>
          <a:prstGeom prst="rect">
            <a:avLst/>
          </a:prstGeom>
          <a:solidFill>
            <a:srgbClr val="18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45536" y="1920240"/>
            <a:ext cx="4078224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保存内容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33488" y="1828800"/>
            <a:ext cx="4279392" cy="749808"/>
          </a:xfrm>
          <a:prstGeom prst="rect">
            <a:avLst/>
          </a:prstGeom>
          <a:solidFill>
            <a:srgbClr val="18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43215" y="1920240"/>
            <a:ext cx="4059935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用途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578608"/>
            <a:ext cx="246888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670048"/>
            <a:ext cx="2249424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.aedt及结果目录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35808" y="2578608"/>
            <a:ext cx="429768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45536" y="2670048"/>
            <a:ext cx="4078224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模型、材料、边界、各次变体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33488" y="2578608"/>
            <a:ext cx="4279392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43215" y="2670048"/>
            <a:ext cx="4059935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重建和复算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328415"/>
            <a:ext cx="2468880" cy="749808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3419856"/>
            <a:ext cx="2249424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参数表与版本说明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35808" y="3328415"/>
            <a:ext cx="4297680" cy="749808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45536" y="3419856"/>
            <a:ext cx="4078224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所有尺寸、估计来源、改变项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33488" y="3328415"/>
            <a:ext cx="4279392" cy="749808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43215" y="3419856"/>
            <a:ext cx="4059935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避免混淆旧/新版与不同终端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078224"/>
            <a:ext cx="246888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169663"/>
            <a:ext cx="2249424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复数S与Z的CSV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35808" y="4078224"/>
            <a:ext cx="429768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45536" y="4169663"/>
            <a:ext cx="4078224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频率、变体、实部/虚部、单位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33488" y="4078224"/>
            <a:ext cx="4279392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43215" y="4169663"/>
            <a:ext cx="4059935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独立校验归一化与阻抗关系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828031"/>
            <a:ext cx="2468880" cy="749808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" y="4919471"/>
            <a:ext cx="2249424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日志与收敛/场图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35808" y="4828031"/>
            <a:ext cx="4297680" cy="749808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45536" y="4919471"/>
            <a:ext cx="4078224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每组状态、网格、功率、关键场分布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33488" y="4828031"/>
            <a:ext cx="4279392" cy="749808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43215" y="4919471"/>
            <a:ext cx="4059935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3248"/>
                </a:solidFill>
                <a:latin typeface="Noto Sans CJK SC"/>
              </a:defRPr>
            </a:pPr>
            <a:r>
              <a:t>证明计算完成、稳定且物理可解释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5879592"/>
            <a:ext cx="11109960" cy="438912"/>
          </a:xfrm>
          <a:prstGeom prst="rect">
            <a:avLst/>
          </a:prstGeom>
          <a:solidFill>
            <a:srgbClr val="E5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2" y="5943600"/>
            <a:ext cx="1078992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87F8C"/>
                </a:solidFill>
                <a:latin typeface="Noto Sans CJK SC"/>
              </a:defRPr>
            </a:pPr>
            <a:r>
              <a:t>建议使用英文工程名和独立运行目录；先归档基线，再修改几何或材料。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石墨烯零偏压太赫兹探测器：结构设计与仿真思路</dc:title>
  <dc:subject>HFSS 2021 R1；论文解读与复现验证</dc:subject>
  <dc:creator>Codex</dc:creator>
  <cp:keywords>graphene,THz,HFSS,PTE,double-slot,simulation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